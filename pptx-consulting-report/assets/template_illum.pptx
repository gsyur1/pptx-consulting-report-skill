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10" r:id="rId1"/>
    <p:sldMasterId id="2147484331" r:id="rId2"/>
    <p:sldMasterId id="2147484399" r:id="rId3"/>
    <p:sldMasterId id="2147484435" r:id="rId4"/>
    <p:sldMasterId id="2147484465" r:id="rId5"/>
  </p:sldMasterIdLst>
  <p:notesMasterIdLst>
    <p:notesMasterId r:id="rId47"/>
  </p:notesMasterIdLst>
  <p:handoutMasterIdLst>
    <p:handoutMasterId r:id="rId48"/>
  </p:handoutMasterIdLst>
  <p:sldIdLst/>
  <p:sldSz cx="9144000" cy="5143500" type="screen16x9"/>
  <p:notesSz cx="6858000" cy="9144000"/>
  <p:custDataLst>
    <p:tags r:id="rId4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C9FEF0E-6A9C-4907-8ECD-0F7B8B10207F}">
          <p14:sldIdLst>
            <p14:sldId id="2147471412"/>
            <p14:sldId id="2147480525"/>
            <p14:sldId id="2147480494"/>
          </p14:sldIdLst>
        </p14:section>
        <p14:section name="项目设计回顾及进度" id="{3370842C-210E-480D-8F79-FF93D7316138}">
          <p14:sldIdLst>
            <p14:sldId id="2147479738"/>
            <p14:sldId id="2147480475"/>
            <p14:sldId id="2147480437"/>
          </p14:sldIdLst>
        </p14:section>
        <p14:section name="1. 小细胞肺癌（SCLC）疾病概况" id="{06869EB1-D949-44E1-9E8C-912849F55441}">
          <p14:sldIdLst>
            <p14:sldId id="2147480442"/>
            <p14:sldId id="2147480439"/>
            <p14:sldId id="2147480479"/>
            <p14:sldId id="2147480481"/>
            <p14:sldId id="2147480452"/>
          </p14:sldIdLst>
        </p14:section>
        <p14:section name="2. SCLC 诊疗路径及治疗目标" id="{78490BAC-5DE0-4123-B438-3AED0373515C}">
          <p14:sldIdLst>
            <p14:sldId id="2147480495"/>
            <p14:sldId id="2147480462"/>
            <p14:sldId id="2147480455"/>
            <p14:sldId id="2147480518"/>
            <p14:sldId id="2147480524"/>
            <p14:sldId id="2147480463"/>
            <p14:sldId id="2147480464"/>
            <p14:sldId id="2147480513"/>
            <p14:sldId id="2147480465"/>
            <p14:sldId id="2147480418"/>
            <p14:sldId id="2147480461"/>
            <p14:sldId id="2147480490"/>
          </p14:sldIdLst>
        </p14:section>
        <p14:section name="3. HS-20093 临床反馈" id="{896CFD19-F0AF-4216-A17E-E3BC187D2DFA}">
          <p14:sldIdLst>
            <p14:sldId id="2147480496"/>
            <p14:sldId id="2147480458"/>
          </p14:sldIdLst>
        </p14:section>
        <p14:section name="3.1 新疗法/新靶点认知" id="{042AE755-D530-43DC-935C-5261718D260B}">
          <p14:sldIdLst>
            <p14:sldId id="2147480498"/>
            <p14:sldId id="2147480497"/>
          </p14:sldIdLst>
        </p14:section>
        <p14:section name="3.2 HS-20093 临床测试反馈" id="{C119C042-11B4-457A-9DC8-EC69760C4B1B}">
          <p14:sldIdLst>
            <p14:sldId id="2147480450"/>
            <p14:sldId id="2147480499"/>
          </p14:sldIdLst>
        </p14:section>
        <p14:section name="3.3 B7-H3 ADC SCLC 在研产品对比" id="{3789C2CA-6067-46AF-A952-083DC7762FF3}">
          <p14:sldIdLst>
            <p14:sldId id="2147480500"/>
            <p14:sldId id="2147480480"/>
          </p14:sldIdLst>
        </p14:section>
        <p14:section name="HS-20093关键机会点总结" id="{8FFFC6CE-FB28-4F3F-B39F-B85C496D6E32}">
          <p14:sldIdLst>
            <p14:sldId id="2147480483"/>
            <p14:sldId id="2147480503"/>
            <p14:sldId id="2147480507"/>
            <p14:sldId id="2147480509"/>
            <p14:sldId id="2147480493"/>
            <p14:sldId id="2147480504"/>
          </p14:sldIdLst>
        </p14:section>
        <p14:section name="附录" id="{64607388-BDEA-4176-83A2-A939E8D4A4C7}">
          <p14:sldIdLst>
            <p14:sldId id="2147480501"/>
            <p14:sldId id="2147473837"/>
            <p14:sldId id="2147473841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pos="272" userDrawn="1">
          <p15:clr>
            <a:srgbClr val="A4A3A4"/>
          </p15:clr>
        </p15:guide>
        <p15:guide id="2" orient="horz" pos="184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36CBB00-E5EA-E958-5BF1-62D6E08935EF}" name="Adele Wu" initials="AW" userId="Adele Wu" providerId="None"/>
  <p188:author id="{6290F807-2FB8-C0B3-D928-4306A20222DF}" name="Sanne Gui" initials="SG" userId="S-1-5-21-4176529840-3758500571-3342391617-14482" providerId="AD"/>
  <p188:author id="{4093271B-CF17-4E9C-5387-5C677F6AFC75}" name="Dennis Wang" initials="DW" userId="8f9f9bb248e45575" providerId="Windows Live"/>
  <p188:author id="{748C5624-1E14-270F-45BB-169EB791D96E}" name="Gao, Yanbing" initials="YG" userId="S::yanbing.gao@iqvia.com::51ee820a-fe05-4b2e-bfb7-550bd0cdf8f6" providerId="AD"/>
  <p188:author id="{4D874F47-0193-19D9-4FCA-2E2D6C1473F5}" name="Eleana Wang" initials="EW" userId="S-1-5-21-4176529840-3758500571-3342391617-16672" providerId="AD"/>
  <p188:author id="{53CCF057-DA6D-5E60-2DC9-898918403732}" name="Mars Wan" initials="MW" userId="S-1-5-21-4176529840-3758500571-3342391617-16680" providerId="AD"/>
  <p188:author id="{6A893666-C85B-F5D5-D9A7-6442AC105FEE}" name="Jiang, Tracy" initials="TJ" userId="S::tracy.jiang@iqvia.com::797300cd-5ea5-4dea-ab3a-adb1e1491123" providerId="AD"/>
  <p188:author id="{6CDC2067-95AF-8B78-6F6D-DA8F5AA239B8}" name="Wang, Jin" initials="JW" userId="S::jin.wang3@iqvia.com::15286307-37b2-4216-98b9-a8a6377cebe6" providerId="AD"/>
  <p188:author id="{6C96106B-5179-4545-D78C-914D82D74509}" name="Cici Xu" initials="C" userId="S::Cici.Xu@illuminera.com::57ed9a9c-5ece-4e1b-8f31-5c67ac13ab29" providerId="AD"/>
  <p188:author id="{70EA447D-CB26-33E5-2FF2-8D7C00944612}" name="Wu, Adele" initials="AW" userId="S::adele.wu@iqvia.com::e853c65f-6baa-40e9-aa93-4fbfbf599ac1" providerId="AD"/>
  <p188:author id="{DFF19D9D-7780-BB67-D925-1E7AC1D47F84}" name="iHEALTH" initials="i" userId="S::IlluminHealth-Adele@illuminConference.onmicrosoft.com::b67b3c67-61ab-4d54-85cc-ee5aeee034f4" providerId="AD"/>
  <p188:author id="{DDC9DEA7-1F15-9607-4674-5F037158A738}" name="Xu, Cici" initials="CX" userId="S::cici.xu@iqvia.com::b1b2ad97-988c-4f69-a8b5-f036c956dc56" providerId="AD"/>
  <p188:author id="{F2982BB4-C606-F75E-398E-52078EC684F1}" name="Chen, Ariel" initials="AC" userId="S::ariel.chen@iqvia.com::a6494be1-fa41-4c4b-8f9b-f7f7648f6f61" providerId="AD"/>
  <p188:author id="{AEB479B6-EC02-1DF1-EAC2-BC517EE75FEF}" name="Jin Wang" initials="JW" userId="S-1-5-21-4176529840-3758500571-3342391617-14489" providerId="AD"/>
  <p188:author id="{1DFFEDC3-23AA-68BB-0816-E7C00C277A5C}" name="珏 文" initials="珏文" userId="aba3b69d15165f8b" providerId="Windows Live"/>
  <p188:author id="{5CA1DED7-05AC-5FDC-6C9D-80EA1635A7CB}" name="Grace Chen" initials="CG" userId="S::Grace.Chen@illuminera.com::fd0f472d-8db1-49c0-8fec-7b65a10fe094" providerId="AD"/>
  <p188:author id="{6DAAD0E0-230A-BADC-416C-89129D0EEE6B}" name="LiJiaxi" initials="JL" userId="S::jl11322@nyu.edu::3482cc7e-71ed-4c50-8943-27354c8d4ac7" providerId="AD"/>
  <p188:author id="{83B298F0-A315-A6C8-8FD4-70686F0B68E8}" name="Chen, Grace" initials="GC" userId="S::grace.chen@iqvia.com::415c4dc7-4001-442c-a93a-60c9c3b817bb" providerId="AD"/>
  <p188:author id="{299C29FD-A9A7-9C67-6135-5F1BBAE4299D}" name="Yue Yu" initials="YY" userId="S-1-5-21-4176529840-3758500571-3342391617-1575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Yolanda Yan" initials="YY" lastIdx="81" clrIdx="6">
    <p:extLst>
      <p:ext uri="{19B8F6BF-5375-455C-9EA6-DF929625EA0E}">
        <p15:presenceInfo xmlns:p15="http://schemas.microsoft.com/office/powerpoint/2012/main" userId="S::Yolanda.Yan@illuminera.com::be6a8e7d-5181-43f1-a115-5db8c9edd13b" providerId="AD"/>
      </p:ext>
    </p:extLst>
  </p:cmAuthor>
  <p:cmAuthor id="1" name="Hayley Yan" initials="HY" lastIdx="110" clrIdx="0">
    <p:extLst>
      <p:ext uri="{19B8F6BF-5375-455C-9EA6-DF929625EA0E}">
        <p15:presenceInfo xmlns:p15="http://schemas.microsoft.com/office/powerpoint/2012/main" userId="Hayley Yan" providerId="None"/>
      </p:ext>
    </p:extLst>
  </p:cmAuthor>
  <p:cmAuthor id="8" name="Frisk Liao" initials="FL" lastIdx="28" clrIdx="7">
    <p:extLst>
      <p:ext uri="{19B8F6BF-5375-455C-9EA6-DF929625EA0E}">
        <p15:presenceInfo xmlns:p15="http://schemas.microsoft.com/office/powerpoint/2012/main" userId="S-1-5-21-4176529840-3758500571-3342391617-15630" providerId="AD"/>
      </p:ext>
    </p:extLst>
  </p:cmAuthor>
  <p:cmAuthor id="2" name="Vicky Wang" initials="VW" lastIdx="44" clrIdx="1">
    <p:extLst>
      <p:ext uri="{19B8F6BF-5375-455C-9EA6-DF929625EA0E}">
        <p15:presenceInfo xmlns:p15="http://schemas.microsoft.com/office/powerpoint/2012/main" userId="S-1-5-21-4176529840-3758500571-3342391617-14396" providerId="AD"/>
      </p:ext>
    </p:extLst>
  </p:cmAuthor>
  <p:cmAuthor id="3" name="Grace Chen" initials="GC [2]" lastIdx="232" clrIdx="2">
    <p:extLst>
      <p:ext uri="{19B8F6BF-5375-455C-9EA6-DF929625EA0E}">
        <p15:presenceInfo xmlns:p15="http://schemas.microsoft.com/office/powerpoint/2012/main" userId="Grace Chen" providerId="None"/>
      </p:ext>
    </p:extLst>
  </p:cmAuthor>
  <p:cmAuthor id="4" name="Adele Wu" initials="AW" lastIdx="96" clrIdx="3">
    <p:extLst>
      <p:ext uri="{19B8F6BF-5375-455C-9EA6-DF929625EA0E}">
        <p15:presenceInfo xmlns:p15="http://schemas.microsoft.com/office/powerpoint/2012/main" userId="Adele Wu" providerId="None"/>
      </p:ext>
    </p:extLst>
  </p:cmAuthor>
  <p:cmAuthor id="5" name="Adele Wu" initials="AW [2]" lastIdx="30" clrIdx="4">
    <p:extLst>
      <p:ext uri="{19B8F6BF-5375-455C-9EA6-DF929625EA0E}">
        <p15:presenceInfo xmlns:p15="http://schemas.microsoft.com/office/powerpoint/2012/main" userId="S-1-5-21-4176529840-3758500571-3342391617-1115" providerId="AD"/>
      </p:ext>
    </p:extLst>
  </p:cmAuthor>
  <p:cmAuthor id="6" name="Jessica Zhao" initials="JZ" lastIdx="3" clrIdx="5">
    <p:extLst>
      <p:ext uri="{19B8F6BF-5375-455C-9EA6-DF929625EA0E}">
        <p15:presenceInfo xmlns:p15="http://schemas.microsoft.com/office/powerpoint/2012/main" userId="S-1-5-21-4176529840-3758500571-3342391617-134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5D2"/>
    <a:srgbClr val="CEF3F8"/>
    <a:srgbClr val="FFFFFF"/>
    <a:srgbClr val="9EE6F0"/>
    <a:srgbClr val="B7DAFF"/>
    <a:srgbClr val="FFEEE5"/>
    <a:srgbClr val="FFDDCC"/>
    <a:srgbClr val="7F7F7F"/>
    <a:srgbClr val="BFFFED"/>
    <a:srgbClr val="6DD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EFA6B8-AD8A-480D-9583-4BFE8A96D2D9}" v="1" dt="2026-08-10T02:16:22.3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660"/>
  </p:normalViewPr>
  <p:slideViewPr>
    <p:cSldViewPr snapToGrid="0">
      <p:cViewPr varScale="1">
        <p:scale>
          <a:sx n="85" d="100"/>
          <a:sy n="85" d="100"/>
        </p:scale>
        <p:origin x="276" y="56"/>
      </p:cViewPr>
      <p:guideLst>
        <p:guide pos="272"/>
        <p:guide orient="horz" pos="184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47" Type="http://schemas.openxmlformats.org/officeDocument/2006/relationships/notesMaster" Target="notesMasters/notesMaster1.xml"/><Relationship Id="rId48" Type="http://schemas.openxmlformats.org/officeDocument/2006/relationships/handoutMaster" Target="handoutMasters/handoutMaster1.xml"/><Relationship Id="rId49" Type="http://schemas.openxmlformats.org/officeDocument/2006/relationships/tags" Target="tags/tag1.xml"/><Relationship Id="rId50" Type="http://schemas.openxmlformats.org/officeDocument/2006/relationships/commentAuthors" Target="commentAuthors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55" Type="http://schemas.microsoft.com/office/2015/10/relationships/revisionInfo" Target="revisionInfo.xml"/><Relationship Id="rId5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>
              <a:latin typeface="微软雅黑" charset="-122"/>
              <a:ea typeface="微软雅黑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>
              <a:latin typeface="微软雅黑" charset="-122"/>
              <a:ea typeface="微软雅黑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4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22AF28-CE15-954B-A69C-87156E8C37CF}" type="slidenum">
              <a:rPr kumimoji="1" lang="zh-CN" altLang="en-US" smtClean="0">
                <a:latin typeface="微软雅黑" charset="-122"/>
                <a:ea typeface="微软雅黑" charset="-122"/>
              </a:rPr>
              <a:t>‹#›</a:t>
            </a:fld>
            <a:endParaRPr kumimoji="1" lang="zh-CN" altLang="en-US">
              <a:latin typeface="微软雅黑" charset="-122"/>
              <a:ea typeface="微软雅黑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4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FD2F7B-AA04-E94F-AA4C-9324406784C9}" type="datetimeFigureOut">
              <a:rPr kumimoji="1" lang="zh-CN" altLang="en-US" smtClean="0"/>
              <a:t>2026/8/10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19893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微软雅黑" charset="-122"/>
                <a:ea typeface="微软雅黑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微软雅黑" charset="-122"/>
                <a:ea typeface="微软雅黑" charset="-122"/>
              </a:defRPr>
            </a:lvl1pPr>
          </a:lstStyle>
          <a:p>
            <a:fld id="{E7349437-D966-C042-AD07-08DC5F57FA61}" type="datetimeFigureOut">
              <a:rPr kumimoji="1" lang="zh-CN" altLang="en-US" smtClean="0"/>
              <a:pPr/>
              <a:t>2026/8/10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微软雅黑" charset="-122"/>
                <a:ea typeface="微软雅黑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4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微软雅黑" charset="-122"/>
                <a:ea typeface="微软雅黑" charset="-122"/>
              </a:defRPr>
            </a:lvl1pPr>
          </a:lstStyle>
          <a:p>
            <a:fld id="{D4AC4EF1-E5F2-CA4A-85CD-8687DF9A4758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256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4.emf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0.emf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microsoft.com/office/2007/relationships/hdphoto" Target="../media/hdphoto2.wdp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jpe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22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4.emf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jpe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5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9552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7" y="1739533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2" y="2393995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4581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59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9143391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562882" y="2620653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7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5562273" y="2997844"/>
            <a:ext cx="3205771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7993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_双行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hqprint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4929" y="2702413"/>
            <a:ext cx="1838114" cy="2209844"/>
          </a:xfrm>
          <a:prstGeom prst="rect">
            <a:avLst/>
          </a:prstGeom>
        </p:spPr>
      </p:pic>
      <p:sp>
        <p:nvSpPr>
          <p:cNvPr id="6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8139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3" y="493777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2" y="493777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29" y="1695079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0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5629" y="195003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3" name="平行四边形 32"/>
          <p:cNvSpPr/>
          <p:nvPr userDrawn="1"/>
        </p:nvSpPr>
        <p:spPr>
          <a:xfrm flipH="1">
            <a:off x="3951219" y="1835159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29" y="219505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5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45629" y="245001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6" name="平行四边形 35"/>
          <p:cNvSpPr/>
          <p:nvPr userDrawn="1"/>
        </p:nvSpPr>
        <p:spPr>
          <a:xfrm flipH="1">
            <a:off x="3951219" y="2335136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29" y="2698343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38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45629" y="2953300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9" name="平行四边形 38"/>
          <p:cNvSpPr/>
          <p:nvPr userDrawn="1"/>
        </p:nvSpPr>
        <p:spPr>
          <a:xfrm flipH="1">
            <a:off x="3951219" y="2838423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29" y="3198320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  <p:sp>
        <p:nvSpPr>
          <p:cNvPr id="4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45629" y="3453277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2" name="平行四边形 41"/>
          <p:cNvSpPr/>
          <p:nvPr userDrawn="1"/>
        </p:nvSpPr>
        <p:spPr>
          <a:xfrm flipH="1">
            <a:off x="3951219" y="3338400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3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45629" y="369829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5</a:t>
            </a:r>
          </a:p>
        </p:txBody>
      </p:sp>
      <p:sp>
        <p:nvSpPr>
          <p:cNvPr id="44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45629" y="3953254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8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45629" y="420268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6</a:t>
            </a:r>
          </a:p>
        </p:txBody>
      </p:sp>
      <p:sp>
        <p:nvSpPr>
          <p:cNvPr id="5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45629" y="445764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2" name="平行四边形 1">
            <a:extLst>
              <a:ext uri="{FF2B5EF4-FFF2-40B4-BE49-F238E27FC236}">
                <a16:creationId xmlns:a16="http://schemas.microsoft.com/office/drawing/2014/main" id="{484D00F8-89D7-C39A-CF7E-B270957AEC22}"/>
              </a:ext>
            </a:extLst>
          </p:cNvPr>
          <p:cNvSpPr/>
          <p:nvPr userDrawn="1"/>
        </p:nvSpPr>
        <p:spPr>
          <a:xfrm flipH="1">
            <a:off x="3951219" y="3781061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2977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6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7444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4" y="493778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3" y="493778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31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9242" y="1452437"/>
            <a:ext cx="4989370" cy="1782411"/>
          </a:xfrm>
          <a:prstGeom prst="rect">
            <a:avLst/>
          </a:prstGeom>
        </p:spPr>
        <p:txBody>
          <a:bodyPr tIns="0" bIns="0" anchor="t" anchorCtr="0">
            <a:spAutoFit/>
          </a:bodyPr>
          <a:lstStyle>
            <a:lvl1pPr marL="323992" indent="-323992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SzPct val="90000"/>
              <a:buFontTx/>
              <a:buBlip>
                <a:blip r:embed="rId4"/>
              </a:buBlip>
              <a:tabLst/>
              <a:defRPr sz="135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674984" indent="-269993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3"/>
              </a:buClr>
              <a:buFont typeface="Wingdings" panose="05000000000000000000" pitchFamily="2" charset="2"/>
              <a:buChar char="Ø"/>
              <a:defRPr sz="1050"/>
            </a:lvl2pPr>
          </a:lstStyle>
          <a:p>
            <a:pPr lvl="0"/>
            <a:r>
              <a:rPr lang="en-US" altLang="zh-CN" err="1"/>
              <a:t>Xx</a:t>
            </a:r>
            <a:endParaRPr lang="en-US" altLang="zh-CN"/>
          </a:p>
          <a:p>
            <a:pPr lvl="0"/>
            <a:r>
              <a:rPr lang="en-US" altLang="zh-CN"/>
              <a:t>xx</a:t>
            </a:r>
          </a:p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34" name="矩形 33"/>
          <p:cNvSpPr/>
          <p:nvPr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61111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47016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封面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5AF2E7A-9910-CB1F-3CA6-CB50AF6705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3453611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6" imgH="428" progId="TCLayout.ActiveDocument.1">
                  <p:embed/>
                </p:oleObj>
              </mc:Choice>
              <mc:Fallback>
                <p:oleObj name="think-cell 幻灯片" r:id="rId3" imgW="426" imgH="42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AF2E7A-9910-CB1F-3CA6-CB50AF6705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5">
            <a:extLst>
              <a:ext uri="{FF2B5EF4-FFF2-40B4-BE49-F238E27FC236}">
                <a16:creationId xmlns:a16="http://schemas.microsoft.com/office/drawing/2014/main" id="{725C3573-3C4E-D539-FD3B-8266D872C7A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7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  <p:sp>
        <p:nvSpPr>
          <p:cNvPr id="18" name="矩形 17"/>
          <p:cNvSpPr/>
          <p:nvPr userDrawn="1"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6262077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内页_单行标题01 j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7" y="457200"/>
            <a:ext cx="817739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49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3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079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74">
          <p15:clr>
            <a:srgbClr val="FBAE40"/>
          </p15:clr>
        </p15:guide>
        <p15:guide id="3" pos="7242">
          <p15:clr>
            <a:srgbClr val="FBAE40"/>
          </p15:clr>
        </p15:guide>
        <p15:guide id="4" orient="horz" pos="531">
          <p15:clr>
            <a:srgbClr val="FBAE40"/>
          </p15:clr>
        </p15:guide>
        <p15:guide id="6" pos="158">
          <p15:clr>
            <a:srgbClr val="FBAE40"/>
          </p15:clr>
        </p15:guide>
        <p15:guide id="7" pos="5602">
          <p15:clr>
            <a:srgbClr val="FBAE40"/>
          </p15:clr>
        </p15:guide>
        <p15:guide id="8" orient="horz" pos="62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3" y="493777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2" y="493777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29" y="1753305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29" y="2123892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29" y="2491319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29" y="285543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29787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_单行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5" name="平行四边形 4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C2A21A-6CD0-4C44-BD01-72E54511D8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3000"/>
          </a:blip>
          <a:srcRect r="6894" b="4502"/>
          <a:stretch/>
        </p:blipFill>
        <p:spPr>
          <a:xfrm>
            <a:off x="7304929" y="2702413"/>
            <a:ext cx="1838114" cy="2209844"/>
          </a:xfrm>
          <a:prstGeom prst="rect">
            <a:avLst/>
          </a:prstGeom>
        </p:spPr>
      </p:pic>
      <p:sp>
        <p:nvSpPr>
          <p:cNvPr id="8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57369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封面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04910CA-74DD-EDE5-2B65-480D162341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06065" y="816430"/>
            <a:ext cx="3360423" cy="3649436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6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  <p:sp>
        <p:nvSpPr>
          <p:cNvPr id="18" name="矩形 17"/>
          <p:cNvSpPr/>
          <p:nvPr userDrawn="1"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3436203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8" y="1739534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3" y="2393996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2941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7026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0"/>
            <a:ext cx="9143391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562882" y="2620653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7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5562274" y="2997845"/>
            <a:ext cx="3205771" cy="500731"/>
          </a:xfrm>
          <a:prstGeom prst="rect">
            <a:avLst/>
          </a:prstGeom>
        </p:spPr>
        <p:txBody>
          <a:bodyPr/>
          <a:lstStyle>
            <a:lvl1pPr marL="0" marR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75855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/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81431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_双行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hqprint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4929" y="2702413"/>
            <a:ext cx="1838114" cy="2209844"/>
          </a:xfrm>
          <a:prstGeom prst="rect">
            <a:avLst/>
          </a:prstGeom>
        </p:spPr>
      </p:pic>
      <p:sp>
        <p:nvSpPr>
          <p:cNvPr id="6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866" y="197071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2" marR="0" indent="-171442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318522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2" marR="0" indent="-171442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3306313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A84E2A-2C4B-1F4E-9F04-191F2A4353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3422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页_双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64C3FE0-8E8E-EF4C-B43E-82FAACBCF055}"/>
              </a:ext>
            </a:extLst>
          </p:cNvPr>
          <p:cNvSpPr txBox="1"/>
          <p:nvPr userDrawn="1"/>
        </p:nvSpPr>
        <p:spPr>
          <a:xfrm>
            <a:off x="8411031" y="41656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800"/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866" y="197071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4" name="平行四边形 3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2" marR="0" indent="-171442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1770150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4" y="493778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3" y="493778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30" y="1695080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0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5630" y="195003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3" name="平行四边形 32"/>
          <p:cNvSpPr/>
          <p:nvPr userDrawn="1"/>
        </p:nvSpPr>
        <p:spPr>
          <a:xfrm flipH="1">
            <a:off x="3951219" y="1835159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30" y="219505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5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45630" y="245001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6" name="平行四边形 35"/>
          <p:cNvSpPr/>
          <p:nvPr userDrawn="1"/>
        </p:nvSpPr>
        <p:spPr>
          <a:xfrm flipH="1">
            <a:off x="3951219" y="2335136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30" y="2698344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38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45630" y="2953301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9" name="平行四边形 38"/>
          <p:cNvSpPr/>
          <p:nvPr userDrawn="1"/>
        </p:nvSpPr>
        <p:spPr>
          <a:xfrm flipH="1">
            <a:off x="3951219" y="2838423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30" y="3198321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  <p:sp>
        <p:nvSpPr>
          <p:cNvPr id="4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45630" y="3453278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2" name="平行四边形 41"/>
          <p:cNvSpPr/>
          <p:nvPr userDrawn="1"/>
        </p:nvSpPr>
        <p:spPr>
          <a:xfrm flipH="1">
            <a:off x="3951219" y="3338400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3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45630" y="3698298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5</a:t>
            </a:r>
          </a:p>
        </p:txBody>
      </p:sp>
      <p:sp>
        <p:nvSpPr>
          <p:cNvPr id="44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45630" y="395325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8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45630" y="420268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6</a:t>
            </a:r>
          </a:p>
        </p:txBody>
      </p:sp>
      <p:sp>
        <p:nvSpPr>
          <p:cNvPr id="5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45630" y="445764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2" name="平行四边形 1">
            <a:extLst>
              <a:ext uri="{FF2B5EF4-FFF2-40B4-BE49-F238E27FC236}">
                <a16:creationId xmlns:a16="http://schemas.microsoft.com/office/drawing/2014/main" id="{484D00F8-89D7-C39A-CF7E-B270957AEC22}"/>
              </a:ext>
            </a:extLst>
          </p:cNvPr>
          <p:cNvSpPr/>
          <p:nvPr userDrawn="1"/>
        </p:nvSpPr>
        <p:spPr>
          <a:xfrm flipH="1">
            <a:off x="3951219" y="3781061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0885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5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09197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页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9143391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562882" y="2620653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7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5562273" y="2997844"/>
            <a:ext cx="3205771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74349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3" y="493777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2" y="493777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29" y="1695079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0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5629" y="195003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29" y="219505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5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45629" y="245001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29" y="2698343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38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45629" y="2953300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29" y="3198320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  <p:sp>
        <p:nvSpPr>
          <p:cNvPr id="4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45629" y="3453277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3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45629" y="369829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5</a:t>
            </a:r>
          </a:p>
        </p:txBody>
      </p:sp>
      <p:sp>
        <p:nvSpPr>
          <p:cNvPr id="44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45629" y="3953254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154356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87927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双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64C3FE0-8E8E-EF4C-B43E-82FAACBCF055}"/>
              </a:ext>
            </a:extLst>
          </p:cNvPr>
          <p:cNvSpPr txBox="1"/>
          <p:nvPr userDrawn="1"/>
        </p:nvSpPr>
        <p:spPr>
          <a:xfrm>
            <a:off x="8411030" y="41656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800"/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4" name="平行四边形 3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891853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导航_双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64C3FE0-8E8E-EF4C-B43E-82FAACBCF055}"/>
              </a:ext>
            </a:extLst>
          </p:cNvPr>
          <p:cNvSpPr txBox="1"/>
          <p:nvPr userDrawn="1"/>
        </p:nvSpPr>
        <p:spPr>
          <a:xfrm>
            <a:off x="8411030" y="41656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800"/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1168400"/>
            <a:ext cx="8298999" cy="332263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3847500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A84E2A-2C4B-1F4E-9F04-191F2A4353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05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内页_单行标题01 j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C5439D98-0BA4-71B3-A776-1DC4F016D6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65" y="4752976"/>
            <a:ext cx="4400780" cy="13903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accent2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kumimoji="1" lang="en-US" altLang="zh-CN"/>
              <a:t>footnote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3343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74">
          <p15:clr>
            <a:srgbClr val="FBAE40"/>
          </p15:clr>
        </p15:guide>
        <p15:guide id="3" pos="7242">
          <p15:clr>
            <a:srgbClr val="FBAE40"/>
          </p15:clr>
        </p15:guide>
        <p15:guide id="4" orient="horz" pos="531">
          <p15:clr>
            <a:srgbClr val="FBAE40"/>
          </p15:clr>
        </p15:guide>
        <p15:guide id="6" pos="158">
          <p15:clr>
            <a:srgbClr val="FBAE40"/>
          </p15:clr>
        </p15:guide>
        <p15:guide id="7" pos="5602">
          <p15:clr>
            <a:srgbClr val="FBAE40"/>
          </p15:clr>
        </p15:guide>
        <p15:guide id="8" orient="horz" pos="62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4" y="493778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3" y="493778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31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9242" y="1452437"/>
            <a:ext cx="4989370" cy="1782411"/>
          </a:xfrm>
          <a:prstGeom prst="rect">
            <a:avLst/>
          </a:prstGeom>
        </p:spPr>
        <p:txBody>
          <a:bodyPr tIns="0" bIns="0" anchor="t" anchorCtr="0">
            <a:spAutoFit/>
          </a:bodyPr>
          <a:lstStyle>
            <a:lvl1pPr marL="323992" indent="-323992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SzPct val="90000"/>
              <a:buFontTx/>
              <a:buBlip>
                <a:blip r:embed="rId4"/>
              </a:buBlip>
              <a:tabLst/>
              <a:defRPr sz="135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674984" indent="-269993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3"/>
              </a:buClr>
              <a:buFont typeface="Wingdings" panose="05000000000000000000" pitchFamily="2" charset="2"/>
              <a:buChar char="Ø"/>
              <a:defRPr sz="1050"/>
            </a:lvl2pPr>
          </a:lstStyle>
          <a:p>
            <a:pPr lvl="0"/>
            <a:r>
              <a:rPr lang="en-US" altLang="zh-CN" err="1"/>
              <a:t>Xx</a:t>
            </a:r>
            <a:endParaRPr lang="en-US" altLang="zh-CN"/>
          </a:p>
          <a:p>
            <a:pPr lvl="0"/>
            <a:r>
              <a:rPr lang="en-US" altLang="zh-CN"/>
              <a:t>xx</a:t>
            </a:r>
          </a:p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34" name="矩形 33"/>
          <p:cNvSpPr/>
          <p:nvPr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2678725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99A622AF-547A-F770-13A2-D6B31ACB95C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75987694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70" imgH="469" progId="TCLayout.ActiveDocument.1">
                  <p:embed/>
                </p:oleObj>
              </mc:Choice>
              <mc:Fallback>
                <p:oleObj name="think-cell 幻灯片" r:id="rId3" imgW="470" imgH="46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99A622AF-547A-F770-13A2-D6B31ACB95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7" y="1739533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rIns="9144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2" y="2393995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46059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254854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7572402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-内页1行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Gill Sans MT" charset="0"/>
                <a:cs typeface="Gill Sans MT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508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>
          <p15:clr>
            <a:srgbClr val="FBAE40"/>
          </p15:clr>
        </p15:guide>
        <p15:guide id="2" pos="5602">
          <p15:clr>
            <a:srgbClr val="FBAE40"/>
          </p15:clr>
        </p15:guide>
        <p15:guide id="3" pos="158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7DFF7169-F5DA-6179-E3B7-95E0AAECB6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66" y="4703446"/>
            <a:ext cx="6223864" cy="161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75">
                <a:solidFill>
                  <a:schemeClr val="accent2"/>
                </a:solidFill>
              </a:defRPr>
            </a:lvl1pPr>
            <a:lvl2pPr>
              <a:defRPr sz="750"/>
            </a:lvl2pPr>
            <a:lvl3pPr>
              <a:defRPr sz="675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kumimoji="1" lang="en-US" altLang="zh-CN"/>
              <a:t>footnote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22134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5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39224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7" y="1739533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2" y="2393995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88463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73256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9143391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562882" y="2620653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7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5562273" y="2997844"/>
            <a:ext cx="3205771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375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_双行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hqprint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4929" y="2702413"/>
            <a:ext cx="1838114" cy="2209844"/>
          </a:xfrm>
          <a:prstGeom prst="rect">
            <a:avLst/>
          </a:prstGeom>
        </p:spPr>
      </p:pic>
      <p:sp>
        <p:nvSpPr>
          <p:cNvPr id="6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739003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内页_单行标题01 j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17739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微软雅黑" charset="-122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C5439D98-0BA4-71B3-A776-1DC4F016D6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4540" y="4752976"/>
            <a:ext cx="4400780" cy="139035"/>
          </a:xfrm>
          <a:prstGeom prst="rect">
            <a:avLst/>
          </a:prstGeom>
        </p:spPr>
        <p:txBody>
          <a:bodyPr wrap="none" anchor="b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accent2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kumimoji="1" lang="en-US" altLang="zh-CN"/>
              <a:t>footnote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1753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74">
          <p15:clr>
            <a:srgbClr val="FBAE40"/>
          </p15:clr>
        </p15:guide>
        <p15:guide id="3" pos="7537">
          <p15:clr>
            <a:srgbClr val="FBAE40"/>
          </p15:clr>
        </p15:guide>
        <p15:guide id="4" orient="horz" pos="799">
          <p15:clr>
            <a:srgbClr val="FBAE40"/>
          </p15:clr>
        </p15:guide>
        <p15:guide id="6" pos="143">
          <p15:clr>
            <a:srgbClr val="FBAE40"/>
          </p15:clr>
        </p15:guide>
        <p15:guide id="8" orient="horz" pos="709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页_双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64C3FE0-8E8E-EF4C-B43E-82FAACBCF055}"/>
              </a:ext>
            </a:extLst>
          </p:cNvPr>
          <p:cNvSpPr txBox="1"/>
          <p:nvPr userDrawn="1"/>
        </p:nvSpPr>
        <p:spPr>
          <a:xfrm>
            <a:off x="8411030" y="41656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800"/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4" name="平行四边形 3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5428972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3" y="493777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2" y="493777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29" y="1695079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0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5629" y="195003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3" name="平行四边形 32"/>
          <p:cNvSpPr/>
          <p:nvPr userDrawn="1"/>
        </p:nvSpPr>
        <p:spPr>
          <a:xfrm flipH="1">
            <a:off x="3951219" y="1835159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29" y="219505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5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45629" y="245001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6" name="平行四边形 35"/>
          <p:cNvSpPr/>
          <p:nvPr userDrawn="1"/>
        </p:nvSpPr>
        <p:spPr>
          <a:xfrm flipH="1">
            <a:off x="3951219" y="2335136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29" y="2698343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38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45629" y="2953300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9" name="平行四边形 38"/>
          <p:cNvSpPr/>
          <p:nvPr userDrawn="1"/>
        </p:nvSpPr>
        <p:spPr>
          <a:xfrm flipH="1">
            <a:off x="3951219" y="2838423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29" y="3198320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  <p:sp>
        <p:nvSpPr>
          <p:cNvPr id="4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45629" y="3453277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2" name="平行四边形 41"/>
          <p:cNvSpPr/>
          <p:nvPr userDrawn="1"/>
        </p:nvSpPr>
        <p:spPr>
          <a:xfrm flipH="1">
            <a:off x="3951219" y="3338400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3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45629" y="369829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5</a:t>
            </a:r>
          </a:p>
        </p:txBody>
      </p:sp>
      <p:sp>
        <p:nvSpPr>
          <p:cNvPr id="44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45629" y="3953254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8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45629" y="420268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6</a:t>
            </a:r>
          </a:p>
        </p:txBody>
      </p:sp>
      <p:sp>
        <p:nvSpPr>
          <p:cNvPr id="5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45629" y="445764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2" name="平行四边形 1">
            <a:extLst>
              <a:ext uri="{FF2B5EF4-FFF2-40B4-BE49-F238E27FC236}">
                <a16:creationId xmlns:a16="http://schemas.microsoft.com/office/drawing/2014/main" id="{484D00F8-89D7-C39A-CF7E-B270957AEC22}"/>
              </a:ext>
            </a:extLst>
          </p:cNvPr>
          <p:cNvSpPr/>
          <p:nvPr userDrawn="1"/>
        </p:nvSpPr>
        <p:spPr>
          <a:xfrm flipH="1">
            <a:off x="3951219" y="3781061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70699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6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71274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B8809E84-B289-68AE-36BD-B5892A8B73F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7080896"/>
              </p:ext>
            </p:ext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99" imgH="499" progId="TCLayout.ActiveDocument.1">
                  <p:embed/>
                </p:oleObj>
              </mc:Choice>
              <mc:Fallback>
                <p:oleObj name="think-cell 幻灯片" r:id="rId3" imgW="499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B8809E84-B289-68AE-36BD-B5892A8B7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微软雅黑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DBC123F0-2DCD-B97F-2C0C-B95D98B965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2864" y="114501"/>
            <a:ext cx="8640313" cy="570880"/>
          </a:xfrm>
          <a:prstGeom prst="rect">
            <a:avLst/>
          </a:prstGeom>
        </p:spPr>
        <p:txBody>
          <a:bodyPr vert="horz" tIns="0" bIns="0" anchor="b"/>
          <a:lstStyle>
            <a:lvl1pPr algn="l">
              <a:lnSpc>
                <a:spcPct val="100000"/>
              </a:lnSpc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br>
              <a:rPr lang="en-US" altLang="zh-CN"/>
            </a:br>
            <a:br>
              <a:rPr lang="en-US" altLang="zh-CN"/>
            </a:br>
            <a:r>
              <a:rPr lang="en-US" altLang="zh-CN"/>
              <a:t>Headline</a:t>
            </a:r>
            <a:br>
              <a:rPr lang="en-US" altLang="zh-CN"/>
            </a:br>
            <a:r>
              <a:rPr lang="en-US" altLang="zh-CN"/>
              <a:t>Headline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978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>
          <p15:clr>
            <a:srgbClr val="FBAE40"/>
          </p15:clr>
        </p15:guide>
        <p15:guide id="2" orient="horz" pos="441">
          <p15:clr>
            <a:srgbClr val="FBAE40"/>
          </p15:clr>
        </p15:guide>
        <p15:guide id="3" orient="horz" pos="577">
          <p15:clr>
            <a:srgbClr val="FBAE40"/>
          </p15:clr>
        </p15:guide>
        <p15:guide id="4" orient="horz" pos="2952">
          <p15:clr>
            <a:srgbClr val="FBAE40"/>
          </p15:clr>
        </p15:guide>
        <p15:guide id="5" pos="2880">
          <p15:clr>
            <a:srgbClr val="FBAE40"/>
          </p15:clr>
        </p15:guide>
        <p15:guide id="6" pos="158">
          <p15:clr>
            <a:srgbClr val="FBAE40"/>
          </p15:clr>
        </p15:guide>
        <p15:guide id="7" pos="560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内页_单行标题01 j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7" y="457200"/>
            <a:ext cx="817739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49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3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764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74">
          <p15:clr>
            <a:srgbClr val="FBAE40"/>
          </p15:clr>
        </p15:guide>
        <p15:guide id="3" pos="7242">
          <p15:clr>
            <a:srgbClr val="FBAE40"/>
          </p15:clr>
        </p15:guide>
        <p15:guide id="4" orient="horz" pos="531">
          <p15:clr>
            <a:srgbClr val="FBAE40"/>
          </p15:clr>
        </p15:guide>
        <p15:guide id="6" pos="158">
          <p15:clr>
            <a:srgbClr val="FBAE40"/>
          </p15:clr>
        </p15:guide>
        <p15:guide id="7" pos="5602">
          <p15:clr>
            <a:srgbClr val="FBAE40"/>
          </p15:clr>
        </p15:guide>
        <p15:guide id="8" orient="horz" pos="622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封面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5AF2E7A-9910-CB1F-3CA6-CB50AF6705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345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6" imgH="428" progId="TCLayout.ActiveDocument.1">
                  <p:embed/>
                </p:oleObj>
              </mc:Choice>
              <mc:Fallback>
                <p:oleObj name="think-cell 幻灯片" r:id="rId3" imgW="426" imgH="42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AF2E7A-9910-CB1F-3CA6-CB50AF6705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5">
            <a:extLst>
              <a:ext uri="{FF2B5EF4-FFF2-40B4-BE49-F238E27FC236}">
                <a16:creationId xmlns:a16="http://schemas.microsoft.com/office/drawing/2014/main" id="{725C3573-3C4E-D539-FD3B-8266D872C7A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6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  <p:sp>
        <p:nvSpPr>
          <p:cNvPr id="18" name="矩形 17"/>
          <p:cNvSpPr/>
          <p:nvPr userDrawn="1"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578942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A84E2A-2C4B-1F4E-9F04-191F2A4353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20506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7DFF7169-F5DA-6179-E3B7-95E0AAECB6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66" y="4703446"/>
            <a:ext cx="6223864" cy="161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75">
                <a:solidFill>
                  <a:schemeClr val="accent2"/>
                </a:solidFill>
              </a:defRPr>
            </a:lvl1pPr>
            <a:lvl2pPr>
              <a:defRPr sz="750"/>
            </a:lvl2pPr>
            <a:lvl3pPr>
              <a:defRPr sz="675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kumimoji="1" lang="en-US" altLang="zh-CN"/>
              <a:t>footnote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136063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8354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6845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00849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8" y="1739534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3" y="2393996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5956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tags" Target="../tags/tag2.xml"/><Relationship Id="rId16" Type="http://schemas.openxmlformats.org/officeDocument/2006/relationships/oleObject" Target="../embeddings/oleObject1.bin"/><Relationship Id="rId17" Type="http://schemas.openxmlformats.org/officeDocument/2006/relationships/image" Target="../media/image1.emf"/><Relationship Id="rId18" Type="http://schemas.openxmlformats.org/officeDocument/2006/relationships/image" Target="../media/image2.png"/><Relationship Id="rId19" Type="http://schemas.openxmlformats.org/officeDocument/2006/relationships/image" Target="../media/image3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theme" Target="../theme/theme2.xml"/><Relationship Id="rId12" Type="http://schemas.openxmlformats.org/officeDocument/2006/relationships/tags" Target="../tags/tag4.xml"/><Relationship Id="rId13" Type="http://schemas.openxmlformats.org/officeDocument/2006/relationships/oleObject" Target="../embeddings/oleObject3.bin"/><Relationship Id="rId14" Type="http://schemas.openxmlformats.org/officeDocument/2006/relationships/image" Target="../media/image1.emf"/><Relationship Id="rId15" Type="http://schemas.openxmlformats.org/officeDocument/2006/relationships/image" Target="../media/image2.png"/><Relationship Id="rId16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7.xml"/><Relationship Id="rId15" Type="http://schemas.openxmlformats.org/officeDocument/2006/relationships/theme" Target="../theme/theme3.xml"/><Relationship Id="rId16" Type="http://schemas.openxmlformats.org/officeDocument/2006/relationships/tags" Target="../tags/tag5.xml"/><Relationship Id="rId17" Type="http://schemas.openxmlformats.org/officeDocument/2006/relationships/oleObject" Target="../embeddings/oleObject4.bin"/><Relationship Id="rId18" Type="http://schemas.openxmlformats.org/officeDocument/2006/relationships/image" Target="../media/image1.emf"/><Relationship Id="rId19" Type="http://schemas.openxmlformats.org/officeDocument/2006/relationships/image" Target="../media/image2.png"/><Relationship Id="rId20" Type="http://schemas.openxmlformats.org/officeDocument/2006/relationships/image" Target="../media/image3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Relationship Id="rId9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1.xml"/><Relationship Id="rId15" Type="http://schemas.openxmlformats.org/officeDocument/2006/relationships/theme" Target="../theme/theme4.xml"/><Relationship Id="rId16" Type="http://schemas.openxmlformats.org/officeDocument/2006/relationships/tags" Target="../tags/tag7.xml"/><Relationship Id="rId17" Type="http://schemas.openxmlformats.org/officeDocument/2006/relationships/oleObject" Target="../embeddings/oleObject1.bin"/><Relationship Id="rId18" Type="http://schemas.openxmlformats.org/officeDocument/2006/relationships/image" Target="../media/image1.emf"/><Relationship Id="rId19" Type="http://schemas.openxmlformats.org/officeDocument/2006/relationships/image" Target="../media/image2.png"/><Relationship Id="rId20" Type="http://schemas.openxmlformats.org/officeDocument/2006/relationships/image" Target="../media/image3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5" Type="http://schemas.openxmlformats.org/officeDocument/2006/relationships/theme" Target="../theme/theme5.xml"/><Relationship Id="rId6" Type="http://schemas.openxmlformats.org/officeDocument/2006/relationships/tags" Target="../tags/tag10.xml"/><Relationship Id="rId7" Type="http://schemas.openxmlformats.org/officeDocument/2006/relationships/oleObject" Target="../embeddings/oleObject7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E79A7EB2-9CE1-4D8E-8F57-460CC99D2F5C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444493146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498" imgH="499" progId="TCLayout.ActiveDocument.1">
                  <p:embed/>
                </p:oleObj>
              </mc:Choice>
              <mc:Fallback>
                <p:oleObj name="think-cell 幻灯片" r:id="rId16" imgW="498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E79A7EB2-9CE1-4D8E-8F57-460CC99D2F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22A871-F3FE-0947-902A-9D091039D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" r="28927" b="-13671"/>
          <a:stretch/>
        </p:blipFill>
        <p:spPr>
          <a:xfrm>
            <a:off x="8118476" y="4980930"/>
            <a:ext cx="732562" cy="105143"/>
          </a:xfrm>
          <a:prstGeom prst="rect">
            <a:avLst/>
          </a:prstGeom>
        </p:spPr>
      </p:pic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1" y="4914304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2031C5-3BAC-44E2-944C-EAEFC971443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18A5288C-412C-8BC1-B5ED-8096374DFD72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186863" y="0"/>
            <a:ext cx="976320" cy="65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178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1" r:id="rId1"/>
    <p:sldLayoutId id="2147484112" r:id="rId2"/>
    <p:sldLayoutId id="2147484113" r:id="rId3"/>
    <p:sldLayoutId id="2147484114" r:id="rId4"/>
    <p:sldLayoutId id="2147484116" r:id="rId5"/>
    <p:sldLayoutId id="2147484121" r:id="rId6"/>
    <p:sldLayoutId id="2147484332" r:id="rId7"/>
    <p:sldLayoutId id="2147484458" r:id="rId8"/>
    <p:sldLayoutId id="2147484456" r:id="rId9"/>
    <p:sldLayoutId id="2147484459" r:id="rId10"/>
    <p:sldLayoutId id="2147484460" r:id="rId11"/>
    <p:sldLayoutId id="2147484463" r:id="rId12"/>
    <p:sldLayoutId id="2147484464" r:id="rId13"/>
  </p:sldLayoutIdLst>
  <p:hf sldNum="0"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E79A7EB2-9CE1-4D8E-8F57-460CC99D2F5C}"/>
              </a:ext>
            </a:extLst>
          </p:cNvPr>
          <p:cNvGraphicFramePr>
            <a:graphicFrameLocks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230385943"/>
              </p:ext>
            </p:extLst>
          </p:nvPr>
        </p:nvGraphicFramePr>
        <p:xfrm>
          <a:off x="1192" y="1192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3" imgW="498" imgH="499" progId="TCLayout.ActiveDocument.1">
                  <p:embed/>
                </p:oleObj>
              </mc:Choice>
              <mc:Fallback>
                <p:oleObj name="think-cell 幻灯片" r:id="rId13" imgW="498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E79A7EB2-9CE1-4D8E-8F57-460CC99D2F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22A871-F3FE-0947-902A-9D091039D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" r="28927" b="-13671"/>
          <a:stretch/>
        </p:blipFill>
        <p:spPr>
          <a:xfrm>
            <a:off x="8118477" y="4980931"/>
            <a:ext cx="732562" cy="105143"/>
          </a:xfrm>
          <a:prstGeom prst="rect">
            <a:avLst/>
          </a:prstGeom>
        </p:spPr>
      </p:pic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2" y="4914305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2031C5-3BAC-44E2-944C-EAEFC971443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8AB22594-D72A-56B4-7FA0-C96E60AB68A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9144000" y="0"/>
            <a:ext cx="976320" cy="65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330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333" r:id="rId2"/>
    <p:sldLayoutId id="2147484334" r:id="rId3"/>
    <p:sldLayoutId id="2147484335" r:id="rId4"/>
    <p:sldLayoutId id="2147484336" r:id="rId5"/>
    <p:sldLayoutId id="2147484337" r:id="rId6"/>
    <p:sldLayoutId id="2147484338" r:id="rId7"/>
    <p:sldLayoutId id="2147484339" r:id="rId8"/>
    <p:sldLayoutId id="2147484341" r:id="rId9"/>
    <p:sldLayoutId id="2147484342" r:id="rId10"/>
  </p:sldLayoutIdLst>
  <p:hf sldNum="0" hdr="0" ftr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4F8B663-0056-42DA-A9AC-F91256F7750D}"/>
              </a:ext>
            </a:extLst>
          </p:cNvPr>
          <p:cNvGraphicFramePr>
            <a:graphicFrameLocks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667897334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415" imgH="416" progId="TCLayout.ActiveDocument.1">
                  <p:embed/>
                </p:oleObj>
              </mc:Choice>
              <mc:Fallback>
                <p:oleObj name="think-cell 幻灯片" r:id="rId17" imgW="415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F8B663-0056-42DA-A9AC-F91256F775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22A871-F3FE-0947-902A-9D091039D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" r="28927" b="-13671"/>
          <a:stretch/>
        </p:blipFill>
        <p:spPr>
          <a:xfrm>
            <a:off x="8118476" y="4980930"/>
            <a:ext cx="732562" cy="105143"/>
          </a:xfrm>
          <a:prstGeom prst="rect">
            <a:avLst/>
          </a:prstGeom>
        </p:spPr>
      </p:pic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1" y="4914304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5C61A0E-E0F8-4C74-8748-73F1EBE8ECC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C9CEED5B-ED14-2D24-ACF1-2F5113D709B5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9144000" y="0"/>
            <a:ext cx="976320" cy="65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11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0" r:id="rId1"/>
    <p:sldLayoutId id="2147484401" r:id="rId2"/>
    <p:sldLayoutId id="2147484402" r:id="rId3"/>
    <p:sldLayoutId id="2147484403" r:id="rId4"/>
    <p:sldLayoutId id="2147484404" r:id="rId5"/>
    <p:sldLayoutId id="2147484405" r:id="rId6"/>
    <p:sldLayoutId id="2147484406" r:id="rId7"/>
    <p:sldLayoutId id="2147484407" r:id="rId8"/>
    <p:sldLayoutId id="2147484408" r:id="rId9"/>
    <p:sldLayoutId id="2147484409" r:id="rId10"/>
    <p:sldLayoutId id="2147484410" r:id="rId11"/>
    <p:sldLayoutId id="2147484411" r:id="rId12"/>
    <p:sldLayoutId id="2147484412" r:id="rId13"/>
    <p:sldLayoutId id="2147484413" r:id="rId14"/>
  </p:sldLayoutIdLst>
  <p:hf sldNum="0"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E79A7EB2-9CE1-4D8E-8F57-460CC99D2F5C}"/>
              </a:ext>
            </a:extLst>
          </p:cNvPr>
          <p:cNvGraphicFramePr>
            <a:graphicFrameLocks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444493146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498" imgH="499" progId="TCLayout.ActiveDocument.1">
                  <p:embed/>
                </p:oleObj>
              </mc:Choice>
              <mc:Fallback>
                <p:oleObj name="think-cell 幻灯片" r:id="rId17" imgW="498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E79A7EB2-9CE1-4D8E-8F57-460CC99D2F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22A871-F3FE-0947-902A-9D091039D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" r="28927" b="-13671"/>
          <a:stretch/>
        </p:blipFill>
        <p:spPr>
          <a:xfrm>
            <a:off x="8118476" y="4980930"/>
            <a:ext cx="732562" cy="105143"/>
          </a:xfrm>
          <a:prstGeom prst="rect">
            <a:avLst/>
          </a:prstGeom>
        </p:spPr>
      </p:pic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1" y="4914304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2031C5-3BAC-44E2-944C-EAEFC971443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18A5288C-412C-8BC1-B5ED-8096374DFD72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9186863" y="0"/>
            <a:ext cx="976320" cy="65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068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6" r:id="rId1"/>
    <p:sldLayoutId id="2147484437" r:id="rId2"/>
    <p:sldLayoutId id="2147484438" r:id="rId3"/>
    <p:sldLayoutId id="2147484439" r:id="rId4"/>
    <p:sldLayoutId id="2147484440" r:id="rId5"/>
    <p:sldLayoutId id="2147484441" r:id="rId6"/>
    <p:sldLayoutId id="2147484442" r:id="rId7"/>
    <p:sldLayoutId id="2147484443" r:id="rId8"/>
    <p:sldLayoutId id="2147484444" r:id="rId9"/>
    <p:sldLayoutId id="2147484445" r:id="rId10"/>
    <p:sldLayoutId id="2147484446" r:id="rId11"/>
    <p:sldLayoutId id="2147484448" r:id="rId12"/>
    <p:sldLayoutId id="2147484449" r:id="rId13"/>
    <p:sldLayoutId id="2147484450" r:id="rId14"/>
  </p:sldLayoutIdLst>
  <p:hf sldNum="0"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E79A7EB2-9CE1-4D8E-8F57-460CC99D2F5C}"/>
              </a:ext>
            </a:extLst>
          </p:cNvPr>
          <p:cNvGraphicFramePr>
            <a:graphicFrameLocks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4186027329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498" imgH="499" progId="TCLayout.ActiveDocument.1">
                  <p:embed/>
                </p:oleObj>
              </mc:Choice>
              <mc:Fallback>
                <p:oleObj name="think-cell 幻灯片" r:id="rId7" imgW="498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E79A7EB2-9CE1-4D8E-8F57-460CC99D2F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1" y="4914304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2031C5-3BAC-44E2-944C-EAEFC971443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878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6" r:id="rId1"/>
    <p:sldLayoutId id="2147484467" r:id="rId2"/>
    <p:sldLayoutId id="2147484468" r:id="rId3"/>
    <p:sldLayoutId id="2147484469" r:id="rId4"/>
  </p:sldLayoutIdLst>
  <p:hf sldNum="0"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94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8&quot;&gt;&lt;elem m_fUsage=&quot;2.70999999999999996447E+00&quot;&gt;&lt;m_msothmcolidx val=&quot;0&quot;/&gt;&lt;m_rgb r=&quot;9D&quot; g=&quot;E6&quot; b=&quot;F0&quot;/&gt;&lt;/elem&gt;&lt;elem m_fUsage=&quot;1.67705720999999985388E+00&quot;&gt;&lt;m_msothmcolidx val=&quot;0&quot;/&gt;&lt;m_rgb r=&quot;C1&quot; g=&quot;00&quot; b=&quot;00&quot;/&gt;&lt;/elem&gt;&lt;elem m_fUsage=&quot;1.26044100000000014461E+00&quot;&gt;&lt;m_msothmcolidx val=&quot;0&quot;/&gt;&lt;m_rgb r=&quot;49&quot; g=&quot;7E&quot; b=&quot;C2&quot;/&gt;&lt;/elem&gt;&lt;elem m_fUsage=&quot;6.69850025480999811123E-01&quot;&gt;&lt;m_msothmcolidx val=&quot;0&quot;/&gt;&lt;m_rgb r=&quot;E2&quot; g=&quot;EC&quot; b=&quot;F1&quot;/&gt;&lt;/elem&gt;&lt;elem m_fUsage=&quot;4.78296900000000080322E-01&quot;&gt;&lt;m_msothmcolidx val=&quot;0&quot;/&gt;&lt;m_rgb r=&quot;F4&quot; g=&quot;B3&quot; b=&quot;84&quot;/&gt;&lt;/elem&gt;&lt;elem m_fUsage=&quot;3.48678440100000042179E-01&quot;&gt;&lt;m_msothmcolidx val=&quot;0&quot;/&gt;&lt;m_rgb r=&quot;D9&quot; g=&quot;D9&quot; b=&quot;D9&quot;/&gt;&lt;/elem&gt;&lt;elem m_fUsage=&quot;3.13810596090000004654E-01&quot;&gt;&lt;m_msothmcolidx val=&quot;0&quot;/&gt;&lt;m_rgb r=&quot;71&quot; g=&quot;A4&quot; b=&quot;BD&quot;/&gt;&lt;/elem&gt;&lt;elem m_fUsage=&quot;2.54186582832900076490E-01&quot;&gt;&lt;m_msothmcolidx val=&quot;0&quot;/&gt;&lt;m_rgb r=&quot;00&quot; g=&quot;19&quot; b=&quot;3D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4_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8bd448ca-41b9-475c-a0f3-76ec7d1663fd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lIns="45720" tIns="45720" rIns="45720" bIns="45720" rtlCol="0" anchor="ctr"/>
      <a:lstStyle>
        <a:defPPr marL="98425" algn="l" defTabSz="914400">
          <a:defRPr sz="700" b="1" dirty="0">
            <a:solidFill>
              <a:srgbClr val="000000"/>
            </a:solidFill>
            <a:cs typeface="+mn-ea"/>
            <a:sym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7_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8bd448ca-41b9-475c-a0f3-76ec7d1663fd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 w="6350">
          <a:solidFill>
            <a:schemeClr val="bg1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vert="horz" wrap="none" lIns="432000" tIns="46800" rIns="72000" bIns="46800" numCol="1" rtlCol="0" anchor="ctr" anchorCtr="0" compatLnSpc="1">
        <a:prstTxWarp prst="textNoShape">
          <a:avLst/>
        </a:prstTxWarp>
        <a:noAutofit/>
      </a:bodyPr>
      <a:lstStyle>
        <a:defPPr algn="l" fontAlgn="base">
          <a:spcBef>
            <a:spcPct val="0"/>
          </a:spcBef>
          <a:spcAft>
            <a:spcPct val="0"/>
          </a:spcAft>
          <a:buClr>
            <a:srgbClr val="CC0000"/>
          </a:buClr>
          <a:defRPr sz="1400" dirty="0" smtClean="0">
            <a:solidFill>
              <a:srgbClr val="000000"/>
            </a:solidFill>
            <a:latin typeface="Calibri" pitchFamily="34" charset="0"/>
            <a:ea typeface="华文楷体" pitchFamily="2" charset="-122"/>
            <a:cs typeface="Calibri" pitchFamily="34" charset="0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5_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8bd448ca-41b9-475c-a0f3-76ec7d1663fd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lIns="45720" tIns="45720" rIns="45720" bIns="45720" rtlCol="0" anchor="ctr"/>
      <a:lstStyle>
        <a:defPPr marL="98425" algn="l" defTabSz="914400">
          <a:defRPr sz="700" b="1" dirty="0">
            <a:solidFill>
              <a:srgbClr val="000000"/>
            </a:solidFill>
            <a:cs typeface="+mn-ea"/>
            <a:sym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989ece0-f90e-40bf-9c79-1a7beccdb861}" enabled="0" method="" siteId="{5989ece0-f90e-40bf-9c79-1a7beccdb8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4691</TotalTime>
  <Words>17364</Words>
  <Application>Microsoft Office PowerPoint</Application>
  <PresentationFormat>全屏显示(16:9)</PresentationFormat>
  <Paragraphs>1933</Paragraphs>
  <Slides>41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9" baseType="lpstr">
      <vt:lpstr>等线</vt:lpstr>
      <vt:lpstr>等线</vt:lpstr>
      <vt:lpstr>Microsoft YaHei</vt:lpstr>
      <vt:lpstr>Microsoft YaHei</vt:lpstr>
      <vt:lpstr>Microsoft YaHei (Body)</vt:lpstr>
      <vt:lpstr>华文细黑</vt:lpstr>
      <vt:lpstr>Arial</vt:lpstr>
      <vt:lpstr>Calibri</vt:lpstr>
      <vt:lpstr>Tahoma</vt:lpstr>
      <vt:lpstr>Times New Roman</vt:lpstr>
      <vt:lpstr>Wingdings</vt:lpstr>
      <vt:lpstr>Wingdings 2</vt:lpstr>
      <vt:lpstr>14_EN</vt:lpstr>
      <vt:lpstr>17_EN</vt:lpstr>
      <vt:lpstr>EN</vt:lpstr>
      <vt:lpstr>15_EN</vt:lpstr>
      <vt:lpstr>2_EN</vt:lpstr>
      <vt:lpstr>think-cell 幻灯片</vt:lpstr>
      <vt:lpstr>PowerPoint 演示文稿</vt:lpstr>
      <vt:lpstr>PowerPoint 演示文稿</vt:lpstr>
      <vt:lpstr>PowerPoint 演示文稿</vt:lpstr>
      <vt:lpstr>项目设计回顾及进度</vt:lpstr>
      <vt:lpstr>PowerPoint 演示文稿</vt:lpstr>
      <vt:lpstr>PowerPoint 演示文稿</vt:lpstr>
      <vt:lpstr>定性关键发现</vt:lpstr>
      <vt:lpstr>1. 小细胞肺癌疾病概况</vt:lpstr>
      <vt:lpstr>PowerPoint 演示文稿</vt:lpstr>
      <vt:lpstr>PowerPoint 演示文稿</vt:lpstr>
      <vt:lpstr>PowerPoint 演示文稿</vt:lpstr>
      <vt:lpstr>2. SCLC 治疗路径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 HS-20093 临床反馈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HS-20093关键机会点总结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附录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iHEALTH</dc:creator>
  <cp:lastModifiedBy>Liao, Frisk</cp:lastModifiedBy>
  <cp:revision>2</cp:revision>
  <cp:lastPrinted>2025-02-24T03:39:49Z</cp:lastPrinted>
  <dcterms:created xsi:type="dcterms:W3CDTF">2021-01-29T04:12:19Z</dcterms:created>
  <dcterms:modified xsi:type="dcterms:W3CDTF">2026-08-10T02:16:23Z</dcterms:modified>
</cp:coreProperties>
</file>