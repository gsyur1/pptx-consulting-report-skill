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3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  <p:sldMasterId id="2147483755" r:id="rId5"/>
  </p:sldMasterIdLst>
  <p:notesMasterIdLst>
    <p:notesMasterId r:id="rId43"/>
  </p:notesMasterIdLst>
  <p:sldIdLst/>
  <p:sldSz cx="12192000" cy="6858000"/>
  <p:notesSz cx="6858000" cy="9926638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F26B43"/>
          </p15:clr>
        </p15:guide>
        <p15:guide id="2" pos="257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pos="7416" userDrawn="1">
          <p15:clr>
            <a:srgbClr val="F26B43"/>
          </p15:clr>
        </p15:guide>
        <p15:guide id="9" pos="461" userDrawn="1">
          <p15:clr>
            <a:srgbClr val="F26B43"/>
          </p15:clr>
        </p15:guide>
        <p15:guide id="10" pos="3704" userDrawn="1">
          <p15:clr>
            <a:srgbClr val="F26B43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893666-C85B-F5D5-D9A7-6442AC105FEE}" name="Jiang, Tracy" initials="TJ" userId="S::tracy.jiang@iqvia.com::797300cd-5ea5-4dea-ab3a-adb1e1491123" providerId="AD"/>
  <p188:author id="{A78F029F-AA82-93EC-7CFC-52E1343386E5}" name="yanni.yo@outlook.com" initials="y" userId="d728489c7e191038" providerId="Windows Live"/>
  <p188:author id="{0A88C7CE-C228-9D75-DE65-810F037F0C41}" name="Ge, Ziyu" initials="ZG" userId="S::ziyu.ge@iqvia.com::20c8023c-bf7c-474a-818b-f941ebc00a0a" providerId="AD"/>
  <p188:author id="{BBD56CD3-FEBD-3A1C-81C4-CC80EF93B43F}" name="Fu, Jingchen" initials="JF" userId="S::jingchen.fu@iqvia.com::8944e6ea-3e1d-470c-9386-aa1916d2886a" providerId="AD"/>
  <p188:author id="{83B298F0-A315-A6C8-8FD4-70686F0B68E8}" name="Chen, Grace" initials="GC" userId="S::grace.chen@iqvia.com::415c4dc7-4001-442c-a93a-60c9c3b817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5CEE4"/>
    <a:srgbClr val="FFFFFF"/>
    <a:srgbClr val="00A3E0"/>
    <a:srgbClr val="005587"/>
    <a:srgbClr val="E99ECB"/>
    <a:srgbClr val="959CA0"/>
    <a:srgbClr val="0070C0"/>
    <a:srgbClr val="3F80A6"/>
    <a:srgbClr val="BFE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4" autoAdjust="0"/>
  </p:normalViewPr>
  <p:slideViewPr>
    <p:cSldViewPr snapToGrid="0">
      <p:cViewPr>
        <p:scale>
          <a:sx n="70" d="100"/>
          <a:sy n="70" d="100"/>
        </p:scale>
        <p:origin x="32" y="-16"/>
      </p:cViewPr>
      <p:guideLst>
        <p:guide orient="horz" pos="4065"/>
        <p:guide pos="257"/>
        <p:guide orient="horz" pos="1026"/>
        <p:guide pos="7416"/>
        <p:guide pos="461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43" Type="http://schemas.openxmlformats.org/officeDocument/2006/relationships/notesMaster" Target="notesMasters/notesMaster1.xml"/><Relationship Id="rId44" Type="http://schemas.openxmlformats.org/officeDocument/2006/relationships/tags" Target="tags/tag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6/11/relationships/changesInfo" Target="changesInfos/changesInfo1.xml"/><Relationship Id="rId5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, Jingchen" userId="8944e6ea-3e1d-470c-9386-aa1916d2886a" providerId="ADAL" clId="{ED043583-CFDA-4822-9685-4F8A72AC675D}"/>
    <pc:docChg chg="undo custSel addSld delSld modSld sldOrd">
      <pc:chgData name="Fu, Jingchen" userId="8944e6ea-3e1d-470c-9386-aa1916d2886a" providerId="ADAL" clId="{ED043583-CFDA-4822-9685-4F8A72AC675D}" dt="2026-08-13T09:09:14.611" v="44682" actId="20577"/>
      <pc:docMkLst>
        <pc:docMk/>
      </pc:docMkLst>
      <pc:sldChg chg="modSp mod modCm">
        <pc:chgData name="Fu, Jingchen" userId="8944e6ea-3e1d-470c-9386-aa1916d2886a" providerId="ADAL" clId="{ED043583-CFDA-4822-9685-4F8A72AC675D}" dt="2026-08-11T10:58:38.370" v="43217" actId="20577"/>
        <pc:sldMkLst>
          <pc:docMk/>
          <pc:sldMk cId="1326551904" sldId="257"/>
        </pc:sldMkLst>
        <pc:spChg chg="mod">
          <ac:chgData name="Fu, Jingchen" userId="8944e6ea-3e1d-470c-9386-aa1916d2886a" providerId="ADAL" clId="{ED043583-CFDA-4822-9685-4F8A72AC675D}" dt="2026-08-11T07:45:11.850" v="40181" actId="1038"/>
          <ac:spMkLst>
            <pc:docMk/>
            <pc:sldMk cId="1326551904" sldId="257"/>
            <ac:spMk id="2" creationId="{431BEF6D-FF44-F3A0-4736-130665069C9A}"/>
          </ac:spMkLst>
        </pc:spChg>
        <pc:spChg chg="mod">
          <ac:chgData name="Fu, Jingchen" userId="8944e6ea-3e1d-470c-9386-aa1916d2886a" providerId="ADAL" clId="{ED043583-CFDA-4822-9685-4F8A72AC675D}" dt="2026-08-11T07:45:05.797" v="40172" actId="1037"/>
          <ac:spMkLst>
            <pc:docMk/>
            <pc:sldMk cId="1326551904" sldId="257"/>
            <ac:spMk id="5" creationId="{0094C22C-A39F-A7E8-F108-1C6BA036F980}"/>
          </ac:spMkLst>
        </pc:spChg>
        <pc:spChg chg="mod">
          <ac:chgData name="Fu, Jingchen" userId="8944e6ea-3e1d-470c-9386-aa1916d2886a" providerId="ADAL" clId="{ED043583-CFDA-4822-9685-4F8A72AC675D}" dt="2026-08-11T07:48:32.007" v="40184" actId="57"/>
          <ac:spMkLst>
            <pc:docMk/>
            <pc:sldMk cId="1326551904" sldId="257"/>
            <ac:spMk id="6" creationId="{C3700D76-FBB1-B290-6170-E657887F1837}"/>
          </ac:spMkLst>
        </pc:spChg>
        <pc:spChg chg="mod">
          <ac:chgData name="Fu, Jingchen" userId="8944e6ea-3e1d-470c-9386-aa1916d2886a" providerId="ADAL" clId="{ED043583-CFDA-4822-9685-4F8A72AC675D}" dt="2026-08-11T07:45:11.850" v="40181" actId="1038"/>
          <ac:spMkLst>
            <pc:docMk/>
            <pc:sldMk cId="1326551904" sldId="257"/>
            <ac:spMk id="7" creationId="{CBD73407-195D-015C-C6DE-4F4A530244A2}"/>
          </ac:spMkLst>
        </pc:spChg>
        <pc:spChg chg="mod">
          <ac:chgData name="Fu, Jingchen" userId="8944e6ea-3e1d-470c-9386-aa1916d2886a" providerId="ADAL" clId="{ED043583-CFDA-4822-9685-4F8A72AC675D}" dt="2026-08-11T10:33:01.604" v="42281" actId="20577"/>
          <ac:spMkLst>
            <pc:docMk/>
            <pc:sldMk cId="1326551904" sldId="257"/>
            <ac:spMk id="11" creationId="{AF670BEF-95FC-AB59-D29D-BF6DD8AD3393}"/>
          </ac:spMkLst>
        </pc:spChg>
        <pc:spChg chg="mod">
          <ac:chgData name="Fu, Jingchen" userId="8944e6ea-3e1d-470c-9386-aa1916d2886a" providerId="ADAL" clId="{ED043583-CFDA-4822-9685-4F8A72AC675D}" dt="2026-08-11T07:44:52.956" v="40146" actId="1038"/>
          <ac:spMkLst>
            <pc:docMk/>
            <pc:sldMk cId="1326551904" sldId="257"/>
            <ac:spMk id="69" creationId="{25805107-27A1-ED15-D2ED-3D48671904F5}"/>
          </ac:spMkLst>
        </pc:spChg>
        <pc:spChg chg="mod">
          <ac:chgData name="Fu, Jingchen" userId="8944e6ea-3e1d-470c-9386-aa1916d2886a" providerId="ADAL" clId="{ED043583-CFDA-4822-9685-4F8A72AC675D}" dt="2026-08-11T07:44:58.535" v="40155" actId="1037"/>
          <ac:spMkLst>
            <pc:docMk/>
            <pc:sldMk cId="1326551904" sldId="257"/>
            <ac:spMk id="71" creationId="{2ED957EB-9BEE-44D9-C335-7CD984959F6A}"/>
          </ac:spMkLst>
        </pc:spChg>
        <pc:spChg chg="mod">
          <ac:chgData name="Fu, Jingchen" userId="8944e6ea-3e1d-470c-9386-aa1916d2886a" providerId="ADAL" clId="{ED043583-CFDA-4822-9685-4F8A72AC675D}" dt="2026-08-11T08:38:24.860" v="41604" actId="1037"/>
          <ac:spMkLst>
            <pc:docMk/>
            <pc:sldMk cId="1326551904" sldId="257"/>
            <ac:spMk id="75" creationId="{D48AA314-6895-89D2-7E33-B0FBE02CEFB7}"/>
          </ac:spMkLst>
        </pc:spChg>
        <pc:spChg chg="mod">
          <ac:chgData name="Fu, Jingchen" userId="8944e6ea-3e1d-470c-9386-aa1916d2886a" providerId="ADAL" clId="{ED043583-CFDA-4822-9685-4F8A72AC675D}" dt="2026-08-11T08:38:35.507" v="41621" actId="1037"/>
          <ac:spMkLst>
            <pc:docMk/>
            <pc:sldMk cId="1326551904" sldId="257"/>
            <ac:spMk id="82" creationId="{8AA5C292-0F01-CDE9-D185-474FB5E16100}"/>
          </ac:spMkLst>
        </pc:spChg>
        <pc:spChg chg="mod">
          <ac:chgData name="Fu, Jingchen" userId="8944e6ea-3e1d-470c-9386-aa1916d2886a" providerId="ADAL" clId="{ED043583-CFDA-4822-9685-4F8A72AC675D}" dt="2026-08-11T08:38:31.922" v="41613" actId="1037"/>
          <ac:spMkLst>
            <pc:docMk/>
            <pc:sldMk cId="1326551904" sldId="257"/>
            <ac:spMk id="83" creationId="{E401D655-BDB9-8EF1-51E2-8E02EB8C7B5C}"/>
          </ac:spMkLst>
        </pc:spChg>
        <pc:spChg chg="mod">
          <ac:chgData name="Fu, Jingchen" userId="8944e6ea-3e1d-470c-9386-aa1916d2886a" providerId="ADAL" clId="{ED043583-CFDA-4822-9685-4F8A72AC675D}" dt="2026-08-11T07:53:27.052" v="40445" actId="20577"/>
          <ac:spMkLst>
            <pc:docMk/>
            <pc:sldMk cId="1326551904" sldId="257"/>
            <ac:spMk id="86" creationId="{87C37E1E-E7BD-861A-3A06-C232393CC698}"/>
          </ac:spMkLst>
        </pc:spChg>
        <pc:graphicFrameChg chg="mod modGraphic">
          <ac:chgData name="Fu, Jingchen" userId="8944e6ea-3e1d-470c-9386-aa1916d2886a" providerId="ADAL" clId="{ED043583-CFDA-4822-9685-4F8A72AC675D}" dt="2026-08-11T10:58:38.370" v="43217" actId="20577"/>
          <ac:graphicFrameMkLst>
            <pc:docMk/>
            <pc:sldMk cId="1326551904" sldId="257"/>
            <ac:graphicFrameMk id="50" creationId="{479A17F2-3DCC-3B70-A459-E35A9EAD414F}"/>
          </ac:graphicFrameMkLst>
        </pc:graphicFrameChg>
        <pc:picChg chg="mod">
          <ac:chgData name="Fu, Jingchen" userId="8944e6ea-3e1d-470c-9386-aa1916d2886a" providerId="ADAL" clId="{ED043583-CFDA-4822-9685-4F8A72AC675D}" dt="2026-08-11T08:38:31.922" v="41613" actId="1037"/>
          <ac:picMkLst>
            <pc:docMk/>
            <pc:sldMk cId="1326551904" sldId="257"/>
            <ac:picMk id="78" creationId="{B6E48C66-2ACB-0812-25D9-C94DCBB39C7B}"/>
          </ac:picMkLst>
        </pc:picChg>
        <pc:picChg chg="mod">
          <ac:chgData name="Fu, Jingchen" userId="8944e6ea-3e1d-470c-9386-aa1916d2886a" providerId="ADAL" clId="{ED043583-CFDA-4822-9685-4F8A72AC675D}" dt="2026-08-11T08:38:31.922" v="41613" actId="1037"/>
          <ac:picMkLst>
            <pc:docMk/>
            <pc:sldMk cId="1326551904" sldId="257"/>
            <ac:picMk id="79" creationId="{2B60F3DD-7C2B-B859-F989-C733EF4DA79F}"/>
          </ac:picMkLst>
        </pc:picChg>
        <pc:picChg chg="mod">
          <ac:chgData name="Fu, Jingchen" userId="8944e6ea-3e1d-470c-9386-aa1916d2886a" providerId="ADAL" clId="{ED043583-CFDA-4822-9685-4F8A72AC675D}" dt="2026-08-11T08:38:31.922" v="41613" actId="1037"/>
          <ac:picMkLst>
            <pc:docMk/>
            <pc:sldMk cId="1326551904" sldId="257"/>
            <ac:picMk id="80" creationId="{6442A1DD-7654-CE58-9F37-F4FB5564481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10:29:36.146" v="42218" actId="20577"/>
              <pc2:cmMkLst xmlns:pc2="http://schemas.microsoft.com/office/powerpoint/2019/9/main/command">
                <pc:docMk/>
                <pc:sldMk cId="1326551904" sldId="257"/>
                <pc2:cmMk id="{8085910C-E390-4F75-9EB8-469F60090293}"/>
              </pc2:cmMkLst>
            </pc226:cmChg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10:41:13.009" v="42688" actId="20577"/>
              <pc2:cmMkLst xmlns:pc2="http://schemas.microsoft.com/office/powerpoint/2019/9/main/command">
                <pc:docMk/>
                <pc:sldMk cId="1326551904" sldId="257"/>
                <pc2:cmMk id="{0E0C724F-42CD-45F7-8F7F-96CEFCDB4FA4}"/>
              </pc2:cmMkLst>
            </pc226:cmChg>
          </p:ext>
        </pc:extLst>
      </pc:sldChg>
      <pc:sldChg chg="addSp delSp modSp mod">
        <pc:chgData name="Fu, Jingchen" userId="8944e6ea-3e1d-470c-9386-aa1916d2886a" providerId="ADAL" clId="{ED043583-CFDA-4822-9685-4F8A72AC675D}" dt="2026-08-12T06:17:15.114" v="43308" actId="12"/>
        <pc:sldMkLst>
          <pc:docMk/>
          <pc:sldMk cId="4068691034" sldId="258"/>
        </pc:sldMkLst>
        <pc:spChg chg="mod ord">
          <ac:chgData name="Fu, Jingchen" userId="8944e6ea-3e1d-470c-9386-aa1916d2886a" providerId="ADAL" clId="{ED043583-CFDA-4822-9685-4F8A72AC675D}" dt="2026-08-11T07:58:19.322" v="40486"/>
          <ac:spMkLst>
            <pc:docMk/>
            <pc:sldMk cId="4068691034" sldId="258"/>
            <ac:spMk id="3" creationId="{D769AAA2-7F33-62C4-C37E-BEC43BFF0C15}"/>
          </ac:spMkLst>
        </pc:spChg>
        <pc:spChg chg="mod ord">
          <ac:chgData name="Fu, Jingchen" userId="8944e6ea-3e1d-470c-9386-aa1916d2886a" providerId="ADAL" clId="{ED043583-CFDA-4822-9685-4F8A72AC675D}" dt="2026-08-11T07:58:19.336" v="40492"/>
          <ac:spMkLst>
            <pc:docMk/>
            <pc:sldMk cId="4068691034" sldId="258"/>
            <ac:spMk id="7" creationId="{F0F4C644-2367-DED8-C7A0-DCA8262A19EC}"/>
          </ac:spMkLst>
        </pc:spChg>
        <pc:spChg chg="mod ord">
          <ac:chgData name="Fu, Jingchen" userId="8944e6ea-3e1d-470c-9386-aa1916d2886a" providerId="ADAL" clId="{ED043583-CFDA-4822-9685-4F8A72AC675D}" dt="2026-08-11T07:58:19.336" v="40494"/>
          <ac:spMkLst>
            <pc:docMk/>
            <pc:sldMk cId="4068691034" sldId="258"/>
            <ac:spMk id="8" creationId="{7498D734-E8A6-2C16-F5C5-3F9C5B201D49}"/>
          </ac:spMkLst>
        </pc:spChg>
        <pc:spChg chg="mod ord">
          <ac:chgData name="Fu, Jingchen" userId="8944e6ea-3e1d-470c-9386-aa1916d2886a" providerId="ADAL" clId="{ED043583-CFDA-4822-9685-4F8A72AC675D}" dt="2026-08-11T07:58:19.336" v="40506"/>
          <ac:spMkLst>
            <pc:docMk/>
            <pc:sldMk cId="4068691034" sldId="258"/>
            <ac:spMk id="9" creationId="{C0B5F991-9820-665F-5BB9-2EBC4E020FB7}"/>
          </ac:spMkLst>
        </pc:spChg>
        <pc:spChg chg="mod ord">
          <ac:chgData name="Fu, Jingchen" userId="8944e6ea-3e1d-470c-9386-aa1916d2886a" providerId="ADAL" clId="{ED043583-CFDA-4822-9685-4F8A72AC675D}" dt="2026-08-11T07:58:19.336" v="40496"/>
          <ac:spMkLst>
            <pc:docMk/>
            <pc:sldMk cId="4068691034" sldId="258"/>
            <ac:spMk id="11" creationId="{7828F0D6-033E-6456-C765-027FA3D0945D}"/>
          </ac:spMkLst>
        </pc:spChg>
        <pc:spChg chg="mod ord">
          <ac:chgData name="Fu, Jingchen" userId="8944e6ea-3e1d-470c-9386-aa1916d2886a" providerId="ADAL" clId="{ED043583-CFDA-4822-9685-4F8A72AC675D}" dt="2026-08-11T07:58:19.336" v="40498"/>
          <ac:spMkLst>
            <pc:docMk/>
            <pc:sldMk cId="4068691034" sldId="258"/>
            <ac:spMk id="12" creationId="{274473AB-4FCF-13DA-1385-A9B0BA17FC19}"/>
          </ac:spMkLst>
        </pc:spChg>
        <pc:spChg chg="mod ord">
          <ac:chgData name="Fu, Jingchen" userId="8944e6ea-3e1d-470c-9386-aa1916d2886a" providerId="ADAL" clId="{ED043583-CFDA-4822-9685-4F8A72AC675D}" dt="2026-08-11T07:58:19.336" v="40514"/>
          <ac:spMkLst>
            <pc:docMk/>
            <pc:sldMk cId="4068691034" sldId="258"/>
            <ac:spMk id="13" creationId="{B709F21E-E9E7-2BFC-4E66-E29BEFBB4FE6}"/>
          </ac:spMkLst>
        </pc:spChg>
        <pc:spChg chg="mod ord">
          <ac:chgData name="Fu, Jingchen" userId="8944e6ea-3e1d-470c-9386-aa1916d2886a" providerId="ADAL" clId="{ED043583-CFDA-4822-9685-4F8A72AC675D}" dt="2026-08-12T06:15:52.060" v="43277" actId="14100"/>
          <ac:spMkLst>
            <pc:docMk/>
            <pc:sldMk cId="4068691034" sldId="258"/>
            <ac:spMk id="16" creationId="{5D824B0D-838C-3691-21EF-0E1B5DF05335}"/>
          </ac:spMkLst>
        </pc:spChg>
        <pc:spChg chg="mod ord">
          <ac:chgData name="Fu, Jingchen" userId="8944e6ea-3e1d-470c-9386-aa1916d2886a" providerId="ADAL" clId="{ED043583-CFDA-4822-9685-4F8A72AC675D}" dt="2026-08-11T08:42:04.453" v="41624" actId="14100"/>
          <ac:spMkLst>
            <pc:docMk/>
            <pc:sldMk cId="4068691034" sldId="258"/>
            <ac:spMk id="17" creationId="{16222AAB-911B-1FAB-3EBB-6F124B0319C5}"/>
          </ac:spMkLst>
        </pc:spChg>
        <pc:spChg chg="mod ord">
          <ac:chgData name="Fu, Jingchen" userId="8944e6ea-3e1d-470c-9386-aa1916d2886a" providerId="ADAL" clId="{ED043583-CFDA-4822-9685-4F8A72AC675D}" dt="2026-08-11T08:41:40.735" v="41623" actId="1035"/>
          <ac:spMkLst>
            <pc:docMk/>
            <pc:sldMk cId="4068691034" sldId="258"/>
            <ac:spMk id="18" creationId="{B153C3BD-4FEC-ECA9-FF9A-75B2023AA8D4}"/>
          </ac:spMkLst>
        </pc:spChg>
        <pc:spChg chg="mod ord">
          <ac:chgData name="Fu, Jingchen" userId="8944e6ea-3e1d-470c-9386-aa1916d2886a" providerId="ADAL" clId="{ED043583-CFDA-4822-9685-4F8A72AC675D}" dt="2026-08-12T06:16:55.383" v="43304" actId="1037"/>
          <ac:spMkLst>
            <pc:docMk/>
            <pc:sldMk cId="4068691034" sldId="258"/>
            <ac:spMk id="19" creationId="{657A6B10-F203-372D-350F-54D0487DD5F2}"/>
          </ac:spMkLst>
        </pc:spChg>
        <pc:spChg chg="mod ord">
          <ac:chgData name="Fu, Jingchen" userId="8944e6ea-3e1d-470c-9386-aa1916d2886a" providerId="ADAL" clId="{ED043583-CFDA-4822-9685-4F8A72AC675D}" dt="2026-08-11T07:58:19.336" v="40500"/>
          <ac:spMkLst>
            <pc:docMk/>
            <pc:sldMk cId="4068691034" sldId="258"/>
            <ac:spMk id="20" creationId="{CE67C2BC-7700-2415-D739-725213556994}"/>
          </ac:spMkLst>
        </pc:spChg>
        <pc:spChg chg="mod ord">
          <ac:chgData name="Fu, Jingchen" userId="8944e6ea-3e1d-470c-9386-aa1916d2886a" providerId="ADAL" clId="{ED043583-CFDA-4822-9685-4F8A72AC675D}" dt="2026-08-11T07:58:19.336" v="40518"/>
          <ac:spMkLst>
            <pc:docMk/>
            <pc:sldMk cId="4068691034" sldId="258"/>
            <ac:spMk id="21" creationId="{36F3CE51-F13A-52AC-D66E-279AAFDE8337}"/>
          </ac:spMkLst>
        </pc:spChg>
        <pc:spChg chg="mod ord">
          <ac:chgData name="Fu, Jingchen" userId="8944e6ea-3e1d-470c-9386-aa1916d2886a" providerId="ADAL" clId="{ED043583-CFDA-4822-9685-4F8A72AC675D}" dt="2026-08-11T07:58:19.336" v="40508"/>
          <ac:spMkLst>
            <pc:docMk/>
            <pc:sldMk cId="4068691034" sldId="258"/>
            <ac:spMk id="23" creationId="{3C39FDD9-75E1-757F-C124-FC7091C09CF3}"/>
          </ac:spMkLst>
        </pc:spChg>
        <pc:spChg chg="mod ord">
          <ac:chgData name="Fu, Jingchen" userId="8944e6ea-3e1d-470c-9386-aa1916d2886a" providerId="ADAL" clId="{ED043583-CFDA-4822-9685-4F8A72AC675D}" dt="2026-08-11T07:58:19.336" v="40510"/>
          <ac:spMkLst>
            <pc:docMk/>
            <pc:sldMk cId="4068691034" sldId="258"/>
            <ac:spMk id="24" creationId="{A223D9AA-6D82-46BF-0B11-0BD629592A3B}"/>
          </ac:spMkLst>
        </pc:spChg>
        <pc:spChg chg="mod ord">
          <ac:chgData name="Fu, Jingchen" userId="8944e6ea-3e1d-470c-9386-aa1916d2886a" providerId="ADAL" clId="{ED043583-CFDA-4822-9685-4F8A72AC675D}" dt="2026-08-11T07:58:19.336" v="40512"/>
          <ac:spMkLst>
            <pc:docMk/>
            <pc:sldMk cId="4068691034" sldId="258"/>
            <ac:spMk id="26" creationId="{C023147F-9F5A-DBA8-59A1-A409D6E4F02E}"/>
          </ac:spMkLst>
        </pc:spChg>
        <pc:spChg chg="mod ord">
          <ac:chgData name="Fu, Jingchen" userId="8944e6ea-3e1d-470c-9386-aa1916d2886a" providerId="ADAL" clId="{ED043583-CFDA-4822-9685-4F8A72AC675D}" dt="2026-08-11T07:58:19.336" v="40520"/>
          <ac:spMkLst>
            <pc:docMk/>
            <pc:sldMk cId="4068691034" sldId="258"/>
            <ac:spMk id="27" creationId="{14E99E32-71C5-D3E0-A2C1-A8D2D02D6D53}"/>
          </ac:spMkLst>
        </pc:spChg>
        <pc:spChg chg="mod ord">
          <ac:chgData name="Fu, Jingchen" userId="8944e6ea-3e1d-470c-9386-aa1916d2886a" providerId="ADAL" clId="{ED043583-CFDA-4822-9685-4F8A72AC675D}" dt="2026-08-11T07:58:19.336" v="40522"/>
          <ac:spMkLst>
            <pc:docMk/>
            <pc:sldMk cId="4068691034" sldId="258"/>
            <ac:spMk id="28" creationId="{EA3FD520-8D79-845C-53BA-6B15673FC738}"/>
          </ac:spMkLst>
        </pc:spChg>
        <pc:spChg chg="mod ord">
          <ac:chgData name="Fu, Jingchen" userId="8944e6ea-3e1d-470c-9386-aa1916d2886a" providerId="ADAL" clId="{ED043583-CFDA-4822-9685-4F8A72AC675D}" dt="2026-08-11T08:35:58.105" v="41597" actId="20577"/>
          <ac:spMkLst>
            <pc:docMk/>
            <pc:sldMk cId="4068691034" sldId="258"/>
            <ac:spMk id="34" creationId="{591671C9-F42F-BB80-B4BB-EA939144F543}"/>
          </ac:spMkLst>
        </pc:spChg>
        <pc:spChg chg="mod ord">
          <ac:chgData name="Fu, Jingchen" userId="8944e6ea-3e1d-470c-9386-aa1916d2886a" providerId="ADAL" clId="{ED043583-CFDA-4822-9685-4F8A72AC675D}" dt="2026-08-12T06:15:17.069" v="43269" actId="14100"/>
          <ac:spMkLst>
            <pc:docMk/>
            <pc:sldMk cId="4068691034" sldId="258"/>
            <ac:spMk id="43" creationId="{A9BA16ED-77DC-80F1-B18C-73A16862A47B}"/>
          </ac:spMkLst>
        </pc:spChg>
        <pc:spChg chg="mod ord">
          <ac:chgData name="Fu, Jingchen" userId="8944e6ea-3e1d-470c-9386-aa1916d2886a" providerId="ADAL" clId="{ED043583-CFDA-4822-9685-4F8A72AC675D}" dt="2026-08-12T06:16:37.160" v="43301" actId="14100"/>
          <ac:spMkLst>
            <pc:docMk/>
            <pc:sldMk cId="4068691034" sldId="258"/>
            <ac:spMk id="46" creationId="{7F646EFB-B633-925F-CE12-C38CD7D4D9C6}"/>
          </ac:spMkLst>
        </pc:spChg>
        <pc:spChg chg="mod ord">
          <ac:chgData name="Fu, Jingchen" userId="8944e6ea-3e1d-470c-9386-aa1916d2886a" providerId="ADAL" clId="{ED043583-CFDA-4822-9685-4F8A72AC675D}" dt="2026-08-12T06:17:15.114" v="43308" actId="12"/>
          <ac:spMkLst>
            <pc:docMk/>
            <pc:sldMk cId="4068691034" sldId="258"/>
            <ac:spMk id="47" creationId="{EF248BA0-2CCB-BA58-AAE8-7A16A8CB9456}"/>
          </ac:spMkLst>
        </pc:spChg>
        <pc:spChg chg="mod ord">
          <ac:chgData name="Fu, Jingchen" userId="8944e6ea-3e1d-470c-9386-aa1916d2886a" providerId="ADAL" clId="{ED043583-CFDA-4822-9685-4F8A72AC675D}" dt="2026-08-11T07:58:19.336" v="40534"/>
          <ac:spMkLst>
            <pc:docMk/>
            <pc:sldMk cId="4068691034" sldId="258"/>
            <ac:spMk id="48" creationId="{25AC886B-ED5F-6065-4695-F7E2AD32D4E0}"/>
          </ac:spMkLst>
        </pc:spChg>
        <pc:spChg chg="mod ord">
          <ac:chgData name="Fu, Jingchen" userId="8944e6ea-3e1d-470c-9386-aa1916d2886a" providerId="ADAL" clId="{ED043583-CFDA-4822-9685-4F8A72AC675D}" dt="2026-08-11T08:41:40.735" v="41623" actId="1035"/>
          <ac:spMkLst>
            <pc:docMk/>
            <pc:sldMk cId="4068691034" sldId="258"/>
            <ac:spMk id="51" creationId="{9A245102-C0BB-A520-718C-2ECBF9C79A65}"/>
          </ac:spMkLst>
        </pc:spChg>
        <pc:spChg chg="mod ord">
          <ac:chgData name="Fu, Jingchen" userId="8944e6ea-3e1d-470c-9386-aa1916d2886a" providerId="ADAL" clId="{ED043583-CFDA-4822-9685-4F8A72AC675D}" dt="2026-08-11T07:58:19.336" v="40536"/>
          <ac:spMkLst>
            <pc:docMk/>
            <pc:sldMk cId="4068691034" sldId="258"/>
            <ac:spMk id="53" creationId="{950672BB-AA14-B70B-76A6-9AB55F9F6E21}"/>
          </ac:spMkLst>
        </pc:spChg>
        <pc:spChg chg="mod ord">
          <ac:chgData name="Fu, Jingchen" userId="8944e6ea-3e1d-470c-9386-aa1916d2886a" providerId="ADAL" clId="{ED043583-CFDA-4822-9685-4F8A72AC675D}" dt="2026-08-11T07:58:19.336" v="40504"/>
          <ac:spMkLst>
            <pc:docMk/>
            <pc:sldMk cId="4068691034" sldId="258"/>
            <ac:spMk id="54" creationId="{CDA41640-AC20-A749-3C49-E99D93853CCD}"/>
          </ac:spMkLst>
        </pc:spChg>
        <pc:spChg chg="mod ord">
          <ac:chgData name="Fu, Jingchen" userId="8944e6ea-3e1d-470c-9386-aa1916d2886a" providerId="ADAL" clId="{ED043583-CFDA-4822-9685-4F8A72AC675D}" dt="2026-08-11T07:58:19.336" v="40538"/>
          <ac:spMkLst>
            <pc:docMk/>
            <pc:sldMk cId="4068691034" sldId="258"/>
            <ac:spMk id="57" creationId="{41B63543-9E68-B2A4-483B-5C0FEA0FCE18}"/>
          </ac:spMkLst>
        </pc:spChg>
        <pc:spChg chg="mod ord">
          <ac:chgData name="Fu, Jingchen" userId="8944e6ea-3e1d-470c-9386-aa1916d2886a" providerId="ADAL" clId="{ED043583-CFDA-4822-9685-4F8A72AC675D}" dt="2026-08-11T08:41:40.735" v="41623" actId="1035"/>
          <ac:spMkLst>
            <pc:docMk/>
            <pc:sldMk cId="4068691034" sldId="258"/>
            <ac:spMk id="58" creationId="{5C78A75C-2079-7939-AE20-E1F438750146}"/>
          </ac:spMkLst>
        </pc:spChg>
        <pc:spChg chg="mod ord">
          <ac:chgData name="Fu, Jingchen" userId="8944e6ea-3e1d-470c-9386-aa1916d2886a" providerId="ADAL" clId="{ED043583-CFDA-4822-9685-4F8A72AC675D}" dt="2026-08-11T08:41:40.735" v="41623" actId="1035"/>
          <ac:spMkLst>
            <pc:docMk/>
            <pc:sldMk cId="4068691034" sldId="258"/>
            <ac:spMk id="69" creationId="{D2F97718-C72A-613C-BB82-ACF0C8A85186}"/>
          </ac:spMkLst>
        </pc:spChg>
        <pc:spChg chg="mod ord">
          <ac:chgData name="Fu, Jingchen" userId="8944e6ea-3e1d-470c-9386-aa1916d2886a" providerId="ADAL" clId="{ED043583-CFDA-4822-9685-4F8A72AC675D}" dt="2026-08-12T06:16:17.306" v="43299" actId="1035"/>
          <ac:spMkLst>
            <pc:docMk/>
            <pc:sldMk cId="4068691034" sldId="258"/>
            <ac:spMk id="70" creationId="{A82BA9DF-737F-B8C1-027B-4674F74F1BD8}"/>
          </ac:spMkLst>
        </pc:spChg>
        <pc:grpChg chg="mod ord">
          <ac:chgData name="Fu, Jingchen" userId="8944e6ea-3e1d-470c-9386-aa1916d2886a" providerId="ADAL" clId="{ED043583-CFDA-4822-9685-4F8A72AC675D}" dt="2026-08-11T07:58:19.336" v="40526"/>
          <ac:grpSpMkLst>
            <pc:docMk/>
            <pc:sldMk cId="4068691034" sldId="258"/>
            <ac:grpSpMk id="35" creationId="{2818387E-83BD-96F3-5203-9A386FD6179E}"/>
          </ac:grpSpMkLst>
        </pc:grpChg>
        <pc:graphicFrameChg chg="mod">
          <ac:chgData name="Fu, Jingchen" userId="8944e6ea-3e1d-470c-9386-aa1916d2886a" providerId="ADAL" clId="{ED043583-CFDA-4822-9685-4F8A72AC675D}" dt="2026-08-11T07:58:19.352" v="40550"/>
          <ac:graphicFrameMkLst>
            <pc:docMk/>
            <pc:sldMk cId="4068691034" sldId="258"/>
            <ac:graphicFrameMk id="4" creationId="{27397599-85D6-A5C5-240A-61BF41D2CE0C}"/>
          </ac:graphicFrameMkLst>
        </pc:graphicFrameChg>
        <pc:cxnChg chg="mod ord">
          <ac:chgData name="Fu, Jingchen" userId="8944e6ea-3e1d-470c-9386-aa1916d2886a" providerId="ADAL" clId="{ED043583-CFDA-4822-9685-4F8A72AC675D}" dt="2026-08-11T07:58:19.336" v="40548"/>
          <ac:cxnSpMkLst>
            <pc:docMk/>
            <pc:sldMk cId="4068691034" sldId="258"/>
            <ac:cxnSpMk id="71" creationId="{1EB62CF9-FBF4-4CA5-21F5-764F94DB15EA}"/>
          </ac:cxnSpMkLst>
        </pc:cxnChg>
      </pc:sldChg>
      <pc:sldChg chg="modSp mod">
        <pc:chgData name="Fu, Jingchen" userId="8944e6ea-3e1d-470c-9386-aa1916d2886a" providerId="ADAL" clId="{ED043583-CFDA-4822-9685-4F8A72AC675D}" dt="2026-08-12T10:31:08.092" v="43438" actId="6549"/>
        <pc:sldMkLst>
          <pc:docMk/>
          <pc:sldMk cId="3527967435" sldId="259"/>
        </pc:sldMkLst>
        <pc:spChg chg="mod">
          <ac:chgData name="Fu, Jingchen" userId="8944e6ea-3e1d-470c-9386-aa1916d2886a" providerId="ADAL" clId="{ED043583-CFDA-4822-9685-4F8A72AC675D}" dt="2026-08-12T10:31:08.092" v="43438" actId="6549"/>
          <ac:spMkLst>
            <pc:docMk/>
            <pc:sldMk cId="3527967435" sldId="259"/>
            <ac:spMk id="31" creationId="{E05BFBFE-3CBA-CB27-0F3E-C74405854703}"/>
          </ac:spMkLst>
        </pc:spChg>
        <pc:grpChg chg="mod">
          <ac:chgData name="Fu, Jingchen" userId="8944e6ea-3e1d-470c-9386-aa1916d2886a" providerId="ADAL" clId="{ED043583-CFDA-4822-9685-4F8A72AC675D}" dt="2026-08-11T04:08:48.133" v="38835" actId="1035"/>
          <ac:grpSpMkLst>
            <pc:docMk/>
            <pc:sldMk cId="3527967435" sldId="259"/>
            <ac:grpSpMk id="26" creationId="{8E1B28D1-5D7C-2DE7-ED7E-6F9BE062AFCB}"/>
          </ac:grpSpMkLst>
        </pc:grpChg>
      </pc:sldChg>
      <pc:sldChg chg="addSp delSp modSp mod">
        <pc:chgData name="Fu, Jingchen" userId="8944e6ea-3e1d-470c-9386-aa1916d2886a" providerId="ADAL" clId="{ED043583-CFDA-4822-9685-4F8A72AC675D}" dt="2026-08-10T10:14:32.530" v="34794" actId="20577"/>
        <pc:sldMkLst>
          <pc:docMk/>
          <pc:sldMk cId="1831642362" sldId="260"/>
        </pc:sldMkLst>
        <pc:spChg chg="mod ord">
          <ac:chgData name="Fu, Jingchen" userId="8944e6ea-3e1d-470c-9386-aa1916d2886a" providerId="ADAL" clId="{ED043583-CFDA-4822-9685-4F8A72AC675D}" dt="2026-08-10T10:09:28.426" v="34615"/>
          <ac:spMkLst>
            <pc:docMk/>
            <pc:sldMk cId="1831642362" sldId="260"/>
            <ac:spMk id="4" creationId="{A196E0C6-1F87-5712-892C-5C30517A5096}"/>
          </ac:spMkLst>
        </pc:spChg>
        <pc:spChg chg="mod ord">
          <ac:chgData name="Fu, Jingchen" userId="8944e6ea-3e1d-470c-9386-aa1916d2886a" providerId="ADAL" clId="{ED043583-CFDA-4822-9685-4F8A72AC675D}" dt="2026-08-10T10:09:28.429" v="34665"/>
          <ac:spMkLst>
            <pc:docMk/>
            <pc:sldMk cId="1831642362" sldId="260"/>
            <ac:spMk id="8" creationId="{668734CA-96B8-72B5-D565-F8E3BEB739A2}"/>
          </ac:spMkLst>
        </pc:spChg>
        <pc:spChg chg="mod ord">
          <ac:chgData name="Fu, Jingchen" userId="8944e6ea-3e1d-470c-9386-aa1916d2886a" providerId="ADAL" clId="{ED043583-CFDA-4822-9685-4F8A72AC675D}" dt="2026-08-10T10:09:28.429" v="34655"/>
          <ac:spMkLst>
            <pc:docMk/>
            <pc:sldMk cId="1831642362" sldId="260"/>
            <ac:spMk id="9" creationId="{3ACA0777-ADED-9D73-D4AC-EA30976CD21A}"/>
          </ac:spMkLst>
        </pc:spChg>
        <pc:spChg chg="mod">
          <ac:chgData name="Fu, Jingchen" userId="8944e6ea-3e1d-470c-9386-aa1916d2886a" providerId="ADAL" clId="{ED043583-CFDA-4822-9685-4F8A72AC675D}" dt="2026-08-10T10:09:28.426" v="34618"/>
          <ac:spMkLst>
            <pc:docMk/>
            <pc:sldMk cId="1831642362" sldId="260"/>
            <ac:spMk id="14" creationId="{78B5D682-E09E-A5B4-F19E-7D983544944C}"/>
          </ac:spMkLst>
        </pc:spChg>
        <pc:spChg chg="mod">
          <ac:chgData name="Fu, Jingchen" userId="8944e6ea-3e1d-470c-9386-aa1916d2886a" providerId="ADAL" clId="{ED043583-CFDA-4822-9685-4F8A72AC675D}" dt="2026-08-10T10:09:28.426" v="34619"/>
          <ac:spMkLst>
            <pc:docMk/>
            <pc:sldMk cId="1831642362" sldId="260"/>
            <ac:spMk id="16" creationId="{E80227FB-5DFC-18D4-2A6F-FB6386F8A1F0}"/>
          </ac:spMkLst>
        </pc:spChg>
        <pc:spChg chg="mod">
          <ac:chgData name="Fu, Jingchen" userId="8944e6ea-3e1d-470c-9386-aa1916d2886a" providerId="ADAL" clId="{ED043583-CFDA-4822-9685-4F8A72AC675D}" dt="2026-08-10T10:09:28.426" v="34620"/>
          <ac:spMkLst>
            <pc:docMk/>
            <pc:sldMk cId="1831642362" sldId="260"/>
            <ac:spMk id="17" creationId="{A734D1AB-EC59-C21E-9F35-7A68810F1947}"/>
          </ac:spMkLst>
        </pc:spChg>
        <pc:spChg chg="mod">
          <ac:chgData name="Fu, Jingchen" userId="8944e6ea-3e1d-470c-9386-aa1916d2886a" providerId="ADAL" clId="{ED043583-CFDA-4822-9685-4F8A72AC675D}" dt="2026-08-10T10:09:28.429" v="34621"/>
          <ac:spMkLst>
            <pc:docMk/>
            <pc:sldMk cId="1831642362" sldId="260"/>
            <ac:spMk id="23" creationId="{0DE2E2C4-0635-9E7E-0AD7-1DD0153E5078}"/>
          </ac:spMkLst>
        </pc:spChg>
        <pc:spChg chg="mod">
          <ac:chgData name="Fu, Jingchen" userId="8944e6ea-3e1d-470c-9386-aa1916d2886a" providerId="ADAL" clId="{ED043583-CFDA-4822-9685-4F8A72AC675D}" dt="2026-08-10T10:09:28.429" v="34622"/>
          <ac:spMkLst>
            <pc:docMk/>
            <pc:sldMk cId="1831642362" sldId="260"/>
            <ac:spMk id="24" creationId="{9BA77C5C-E85D-D919-5FF0-8F755615C309}"/>
          </ac:spMkLst>
        </pc:spChg>
        <pc:spChg chg="mod">
          <ac:chgData name="Fu, Jingchen" userId="8944e6ea-3e1d-470c-9386-aa1916d2886a" providerId="ADAL" clId="{ED043583-CFDA-4822-9685-4F8A72AC675D}" dt="2026-08-10T10:09:28.429" v="34623"/>
          <ac:spMkLst>
            <pc:docMk/>
            <pc:sldMk cId="1831642362" sldId="260"/>
            <ac:spMk id="30" creationId="{14E8B491-1C57-EDF2-6488-63F93F7ADF48}"/>
          </ac:spMkLst>
        </pc:spChg>
        <pc:spChg chg="mod">
          <ac:chgData name="Fu, Jingchen" userId="8944e6ea-3e1d-470c-9386-aa1916d2886a" providerId="ADAL" clId="{ED043583-CFDA-4822-9685-4F8A72AC675D}" dt="2026-08-10T10:09:28.429" v="34624"/>
          <ac:spMkLst>
            <pc:docMk/>
            <pc:sldMk cId="1831642362" sldId="260"/>
            <ac:spMk id="31" creationId="{AA1CC9E4-6154-5988-BF1B-9F80519F8B0B}"/>
          </ac:spMkLst>
        </pc:spChg>
        <pc:spChg chg="mod ord">
          <ac:chgData name="Fu, Jingchen" userId="8944e6ea-3e1d-470c-9386-aa1916d2886a" providerId="ADAL" clId="{ED043583-CFDA-4822-9685-4F8A72AC675D}" dt="2026-08-10T10:09:28.429" v="34661"/>
          <ac:spMkLst>
            <pc:docMk/>
            <pc:sldMk cId="1831642362" sldId="260"/>
            <ac:spMk id="36" creationId="{A1EB9293-B86D-C997-2A61-1CB8021F968F}"/>
          </ac:spMkLst>
        </pc:spChg>
        <pc:spChg chg="mod">
          <ac:chgData name="Fu, Jingchen" userId="8944e6ea-3e1d-470c-9386-aa1916d2886a" providerId="ADAL" clId="{ED043583-CFDA-4822-9685-4F8A72AC675D}" dt="2026-08-10T10:09:28.429" v="34625"/>
          <ac:spMkLst>
            <pc:docMk/>
            <pc:sldMk cId="1831642362" sldId="260"/>
            <ac:spMk id="37" creationId="{500772ED-E0AD-99B3-875E-B073D8200DAD}"/>
          </ac:spMkLst>
        </pc:spChg>
        <pc:spChg chg="mod ord">
          <ac:chgData name="Fu, Jingchen" userId="8944e6ea-3e1d-470c-9386-aa1916d2886a" providerId="ADAL" clId="{ED043583-CFDA-4822-9685-4F8A72AC675D}" dt="2026-08-10T10:09:28.429" v="34667"/>
          <ac:spMkLst>
            <pc:docMk/>
            <pc:sldMk cId="1831642362" sldId="260"/>
            <ac:spMk id="39" creationId="{D303E82B-E3EA-B597-192A-773076C01C94}"/>
          </ac:spMkLst>
        </pc:spChg>
        <pc:spChg chg="mod ord">
          <ac:chgData name="Fu, Jingchen" userId="8944e6ea-3e1d-470c-9386-aa1916d2886a" providerId="ADAL" clId="{ED043583-CFDA-4822-9685-4F8A72AC675D}" dt="2026-08-10T10:09:28.429" v="34663"/>
          <ac:spMkLst>
            <pc:docMk/>
            <pc:sldMk cId="1831642362" sldId="260"/>
            <ac:spMk id="40" creationId="{53A77566-DA49-8E65-8180-4B8A66195146}"/>
          </ac:spMkLst>
        </pc:spChg>
        <pc:spChg chg="mod ord">
          <ac:chgData name="Fu, Jingchen" userId="8944e6ea-3e1d-470c-9386-aa1916d2886a" providerId="ADAL" clId="{ED043583-CFDA-4822-9685-4F8A72AC675D}" dt="2026-08-10T10:09:28.429" v="34669"/>
          <ac:spMkLst>
            <pc:docMk/>
            <pc:sldMk cId="1831642362" sldId="260"/>
            <ac:spMk id="41" creationId="{10333290-7603-F82C-B493-0D986DE9D2C0}"/>
          </ac:spMkLst>
        </pc:spChg>
        <pc:spChg chg="mod ord">
          <ac:chgData name="Fu, Jingchen" userId="8944e6ea-3e1d-470c-9386-aa1916d2886a" providerId="ADAL" clId="{ED043583-CFDA-4822-9685-4F8A72AC675D}" dt="2026-08-10T10:09:28.429" v="34671"/>
          <ac:spMkLst>
            <pc:docMk/>
            <pc:sldMk cId="1831642362" sldId="260"/>
            <ac:spMk id="54" creationId="{5D7E5CE4-6AC8-C0C9-8CDC-0977950EA070}"/>
          </ac:spMkLst>
        </pc:spChg>
        <pc:spChg chg="mod ord">
          <ac:chgData name="Fu, Jingchen" userId="8944e6ea-3e1d-470c-9386-aa1916d2886a" providerId="ADAL" clId="{ED043583-CFDA-4822-9685-4F8A72AC675D}" dt="2026-08-10T10:14:32.530" v="34794" actId="20577"/>
          <ac:spMkLst>
            <pc:docMk/>
            <pc:sldMk cId="1831642362" sldId="260"/>
            <ac:spMk id="55" creationId="{57E293F6-6613-277F-DB63-9B99653ACB94}"/>
          </ac:spMkLst>
        </pc:spChg>
        <pc:spChg chg="mod ord">
          <ac:chgData name="Fu, Jingchen" userId="8944e6ea-3e1d-470c-9386-aa1916d2886a" providerId="ADAL" clId="{ED043583-CFDA-4822-9685-4F8A72AC675D}" dt="2026-08-10T10:09:28.429" v="34675"/>
          <ac:spMkLst>
            <pc:docMk/>
            <pc:sldMk cId="1831642362" sldId="260"/>
            <ac:spMk id="56" creationId="{AB26812D-5A82-9860-80D9-586FC41235BF}"/>
          </ac:spMkLst>
        </pc:spChg>
        <pc:spChg chg="mod ord">
          <ac:chgData name="Fu, Jingchen" userId="8944e6ea-3e1d-470c-9386-aa1916d2886a" providerId="ADAL" clId="{ED043583-CFDA-4822-9685-4F8A72AC675D}" dt="2026-08-10T10:09:28.429" v="34677"/>
          <ac:spMkLst>
            <pc:docMk/>
            <pc:sldMk cId="1831642362" sldId="260"/>
            <ac:spMk id="58" creationId="{3867A428-20F7-8187-1A62-1D25AC7AB517}"/>
          </ac:spMkLst>
        </pc:spChg>
        <pc:spChg chg="mod ord">
          <ac:chgData name="Fu, Jingchen" userId="8944e6ea-3e1d-470c-9386-aa1916d2886a" providerId="ADAL" clId="{ED043583-CFDA-4822-9685-4F8A72AC675D}" dt="2026-08-10T10:11:21.948" v="34686" actId="14100"/>
          <ac:spMkLst>
            <pc:docMk/>
            <pc:sldMk cId="1831642362" sldId="260"/>
            <ac:spMk id="59" creationId="{7321323D-65F0-E51B-B05E-8CCB0D60B11F}"/>
          </ac:spMkLst>
        </pc:spChg>
        <pc:spChg chg="mod ord">
          <ac:chgData name="Fu, Jingchen" userId="8944e6ea-3e1d-470c-9386-aa1916d2886a" providerId="ADAL" clId="{ED043583-CFDA-4822-9685-4F8A72AC675D}" dt="2026-08-10T10:09:28.429" v="34681"/>
          <ac:spMkLst>
            <pc:docMk/>
            <pc:sldMk cId="1831642362" sldId="260"/>
            <ac:spMk id="60" creationId="{0AF09089-A2F7-1C65-797E-F5D231A6B244}"/>
          </ac:spMkLst>
        </pc:spChg>
        <pc:spChg chg="mod ord">
          <ac:chgData name="Fu, Jingchen" userId="8944e6ea-3e1d-470c-9386-aa1916d2886a" providerId="ADAL" clId="{ED043583-CFDA-4822-9685-4F8A72AC675D}" dt="2026-08-10T10:09:28.429" v="34630"/>
          <ac:spMkLst>
            <pc:docMk/>
            <pc:sldMk cId="1831642362" sldId="260"/>
            <ac:spMk id="463" creationId="{61016F2B-73E2-4931-F4BB-6D6677EE813B}"/>
          </ac:spMkLst>
        </pc:spChg>
        <pc:spChg chg="mod">
          <ac:chgData name="Fu, Jingchen" userId="8944e6ea-3e1d-470c-9386-aa1916d2886a" providerId="ADAL" clId="{ED043583-CFDA-4822-9685-4F8A72AC675D}" dt="2026-08-10T10:09:28.429" v="34631"/>
          <ac:spMkLst>
            <pc:docMk/>
            <pc:sldMk cId="1831642362" sldId="260"/>
            <ac:spMk id="464" creationId="{54B0EA58-D3A0-9540-21EB-8FD94BC5492B}"/>
          </ac:spMkLst>
        </pc:spChg>
        <pc:spChg chg="mod ord">
          <ac:chgData name="Fu, Jingchen" userId="8944e6ea-3e1d-470c-9386-aa1916d2886a" providerId="ADAL" clId="{ED043583-CFDA-4822-9685-4F8A72AC675D}" dt="2026-08-10T10:09:28.429" v="34633"/>
          <ac:spMkLst>
            <pc:docMk/>
            <pc:sldMk cId="1831642362" sldId="260"/>
            <ac:spMk id="465" creationId="{5ED93A0F-9A6A-0C20-ED1B-394768CAE4F1}"/>
          </ac:spMkLst>
        </pc:spChg>
        <pc:spChg chg="mod">
          <ac:chgData name="Fu, Jingchen" userId="8944e6ea-3e1d-470c-9386-aa1916d2886a" providerId="ADAL" clId="{ED043583-CFDA-4822-9685-4F8A72AC675D}" dt="2026-08-10T10:09:28.429" v="34634"/>
          <ac:spMkLst>
            <pc:docMk/>
            <pc:sldMk cId="1831642362" sldId="260"/>
            <ac:spMk id="466" creationId="{7E704D30-F045-2C67-2998-BCE110B83471}"/>
          </ac:spMkLst>
        </pc:spChg>
        <pc:spChg chg="mod ord">
          <ac:chgData name="Fu, Jingchen" userId="8944e6ea-3e1d-470c-9386-aa1916d2886a" providerId="ADAL" clId="{ED043583-CFDA-4822-9685-4F8A72AC675D}" dt="2026-08-10T10:09:28.429" v="34636"/>
          <ac:spMkLst>
            <pc:docMk/>
            <pc:sldMk cId="1831642362" sldId="260"/>
            <ac:spMk id="467" creationId="{A7583E2C-3DDD-DBC1-A70E-6C46F2743F35}"/>
          </ac:spMkLst>
        </pc:spChg>
        <pc:spChg chg="mod">
          <ac:chgData name="Fu, Jingchen" userId="8944e6ea-3e1d-470c-9386-aa1916d2886a" providerId="ADAL" clId="{ED043583-CFDA-4822-9685-4F8A72AC675D}" dt="2026-08-10T10:09:28.429" v="34637"/>
          <ac:spMkLst>
            <pc:docMk/>
            <pc:sldMk cId="1831642362" sldId="260"/>
            <ac:spMk id="468" creationId="{2EAE758F-7F44-8E84-BD72-6FC3C393BC5E}"/>
          </ac:spMkLst>
        </pc:spChg>
        <pc:spChg chg="mod ord">
          <ac:chgData name="Fu, Jingchen" userId="8944e6ea-3e1d-470c-9386-aa1916d2886a" providerId="ADAL" clId="{ED043583-CFDA-4822-9685-4F8A72AC675D}" dt="2026-08-10T10:09:28.429" v="34639"/>
          <ac:spMkLst>
            <pc:docMk/>
            <pc:sldMk cId="1831642362" sldId="260"/>
            <ac:spMk id="469" creationId="{F2673AC9-0CD2-FE83-0907-4AE002E286F1}"/>
          </ac:spMkLst>
        </pc:spChg>
        <pc:spChg chg="mod">
          <ac:chgData name="Fu, Jingchen" userId="8944e6ea-3e1d-470c-9386-aa1916d2886a" providerId="ADAL" clId="{ED043583-CFDA-4822-9685-4F8A72AC675D}" dt="2026-08-10T10:09:28.429" v="34640"/>
          <ac:spMkLst>
            <pc:docMk/>
            <pc:sldMk cId="1831642362" sldId="260"/>
            <ac:spMk id="470" creationId="{838D166F-8CC5-FC7E-6146-B2B84EE5C89E}"/>
          </ac:spMkLst>
        </pc:spChg>
        <pc:spChg chg="mod ord">
          <ac:chgData name="Fu, Jingchen" userId="8944e6ea-3e1d-470c-9386-aa1916d2886a" providerId="ADAL" clId="{ED043583-CFDA-4822-9685-4F8A72AC675D}" dt="2026-08-10T10:09:28.429" v="34647"/>
          <ac:spMkLst>
            <pc:docMk/>
            <pc:sldMk cId="1831642362" sldId="260"/>
            <ac:spMk id="492" creationId="{D2604B92-B737-7B95-6C1A-71ABA10F6C07}"/>
          </ac:spMkLst>
        </pc:spChg>
        <pc:spChg chg="mod ord">
          <ac:chgData name="Fu, Jingchen" userId="8944e6ea-3e1d-470c-9386-aa1916d2886a" providerId="ADAL" clId="{ED043583-CFDA-4822-9685-4F8A72AC675D}" dt="2026-08-10T10:09:28.429" v="34649"/>
          <ac:spMkLst>
            <pc:docMk/>
            <pc:sldMk cId="1831642362" sldId="260"/>
            <ac:spMk id="495" creationId="{E195902C-DE94-72C3-12A7-D172013B3209}"/>
          </ac:spMkLst>
        </pc:spChg>
        <pc:spChg chg="mod ord">
          <ac:chgData name="Fu, Jingchen" userId="8944e6ea-3e1d-470c-9386-aa1916d2886a" providerId="ADAL" clId="{ED043583-CFDA-4822-9685-4F8A72AC675D}" dt="2026-08-10T10:09:28.429" v="34659"/>
          <ac:spMkLst>
            <pc:docMk/>
            <pc:sldMk cId="1831642362" sldId="260"/>
            <ac:spMk id="507" creationId="{BA9DE1B2-3B62-0FA1-7CDE-9A4839CA7744}"/>
          </ac:spMkLst>
        </pc:spChg>
        <pc:spChg chg="mod ord">
          <ac:chgData name="Fu, Jingchen" userId="8944e6ea-3e1d-470c-9386-aa1916d2886a" providerId="ADAL" clId="{ED043583-CFDA-4822-9685-4F8A72AC675D}" dt="2026-08-10T10:09:28.429" v="34651"/>
          <ac:spMkLst>
            <pc:docMk/>
            <pc:sldMk cId="1831642362" sldId="260"/>
            <ac:spMk id="508" creationId="{4F0DCE32-1FEF-E4BB-A613-3F2280E7D445}"/>
          </ac:spMkLst>
        </pc:spChg>
        <pc:grpChg chg="mod ord">
          <ac:chgData name="Fu, Jingchen" userId="8944e6ea-3e1d-470c-9386-aa1916d2886a" providerId="ADAL" clId="{ED043583-CFDA-4822-9685-4F8A72AC675D}" dt="2026-08-10T10:09:28.429" v="34657"/>
          <ac:grpSpMkLst>
            <pc:docMk/>
            <pc:sldMk cId="1831642362" sldId="260"/>
            <ac:grpSpMk id="10" creationId="{CA8507A5-2438-0E69-5D39-172CD1EA1616}"/>
          </ac:grpSpMkLst>
        </pc:grpChg>
        <pc:graphicFrameChg chg="mod">
          <ac:chgData name="Fu, Jingchen" userId="8944e6ea-3e1d-470c-9386-aa1916d2886a" providerId="ADAL" clId="{ED043583-CFDA-4822-9685-4F8A72AC675D}" dt="2026-08-10T10:09:28.445" v="34683"/>
          <ac:graphicFrameMkLst>
            <pc:docMk/>
            <pc:sldMk cId="1831642362" sldId="260"/>
            <ac:graphicFrameMk id="5" creationId="{7A972F35-B323-420E-A849-533D83819B15}"/>
          </ac:graphicFrameMkLst>
        </pc:graphicFrameChg>
        <pc:graphicFrameChg chg="mod ord modGraphic">
          <ac:chgData name="Fu, Jingchen" userId="8944e6ea-3e1d-470c-9386-aa1916d2886a" providerId="ADAL" clId="{ED043583-CFDA-4822-9685-4F8A72AC675D}" dt="2026-08-10T10:09:38.077" v="34684" actId="14100"/>
          <ac:graphicFrameMkLst>
            <pc:docMk/>
            <pc:sldMk cId="1831642362" sldId="260"/>
            <ac:graphicFrameMk id="481" creationId="{E9F2CC8C-C854-EFF4-10FC-8A5D7711F68E}"/>
          </ac:graphicFrameMkLst>
        </pc:graphicFrameChg>
        <pc:cxnChg chg="mod ord">
          <ac:chgData name="Fu, Jingchen" userId="8944e6ea-3e1d-470c-9386-aa1916d2886a" providerId="ADAL" clId="{ED043583-CFDA-4822-9685-4F8A72AC675D}" dt="2026-08-10T10:09:28.429" v="34653"/>
          <ac:cxnSpMkLst>
            <pc:docMk/>
            <pc:sldMk cId="1831642362" sldId="260"/>
            <ac:cxnSpMk id="2" creationId="{54CEDB45-05F5-240B-D3D7-2EC9C78AC90F}"/>
          </ac:cxnSpMkLst>
        </pc:cxnChg>
      </pc:sldChg>
      <pc:sldChg chg="modSp mod">
        <pc:chgData name="Fu, Jingchen" userId="8944e6ea-3e1d-470c-9386-aa1916d2886a" providerId="ADAL" clId="{ED043583-CFDA-4822-9685-4F8A72AC675D}" dt="2026-08-10T10:26:46.797" v="35219" actId="20577"/>
        <pc:sldMkLst>
          <pc:docMk/>
          <pc:sldMk cId="399066258" sldId="261"/>
        </pc:sldMkLst>
        <pc:spChg chg="mod">
          <ac:chgData name="Fu, Jingchen" userId="8944e6ea-3e1d-470c-9386-aa1916d2886a" providerId="ADAL" clId="{ED043583-CFDA-4822-9685-4F8A72AC675D}" dt="2026-08-10T10:26:46.797" v="35219" actId="20577"/>
          <ac:spMkLst>
            <pc:docMk/>
            <pc:sldMk cId="399066258" sldId="261"/>
            <ac:spMk id="31" creationId="{15AE5193-7F1E-9724-5A2E-E482B8A2FD05}"/>
          </ac:spMkLst>
        </pc:spChg>
        <pc:spChg chg="mod">
          <ac:chgData name="Fu, Jingchen" userId="8944e6ea-3e1d-470c-9386-aa1916d2886a" providerId="ADAL" clId="{ED043583-CFDA-4822-9685-4F8A72AC675D}" dt="2026-08-10T10:23:12.553" v="34853" actId="57"/>
          <ac:spMkLst>
            <pc:docMk/>
            <pc:sldMk cId="399066258" sldId="261"/>
            <ac:spMk id="43" creationId="{B69A9CCD-DE89-4E33-BC85-5337624F206D}"/>
          </ac:spMkLst>
        </pc:spChg>
      </pc:sldChg>
      <pc:sldChg chg="modSp mod modCm">
        <pc:chgData name="Fu, Jingchen" userId="8944e6ea-3e1d-470c-9386-aa1916d2886a" providerId="ADAL" clId="{ED043583-CFDA-4822-9685-4F8A72AC675D}" dt="2026-08-11T07:08:41.892" v="39716" actId="20577"/>
        <pc:sldMkLst>
          <pc:docMk/>
          <pc:sldMk cId="3098571899" sldId="263"/>
        </pc:sldMkLst>
        <pc:spChg chg="mod">
          <ac:chgData name="Fu, Jingchen" userId="8944e6ea-3e1d-470c-9386-aa1916d2886a" providerId="ADAL" clId="{ED043583-CFDA-4822-9685-4F8A72AC675D}" dt="2026-08-11T04:30:30.407" v="39636" actId="1035"/>
          <ac:spMkLst>
            <pc:docMk/>
            <pc:sldMk cId="3098571899" sldId="263"/>
            <ac:spMk id="12" creationId="{0274FAD5-D8E2-EB21-ACE0-10C21CA8BE88}"/>
          </ac:spMkLst>
        </pc:spChg>
        <pc:spChg chg="mod">
          <ac:chgData name="Fu, Jingchen" userId="8944e6ea-3e1d-470c-9386-aa1916d2886a" providerId="ADAL" clId="{ED043583-CFDA-4822-9685-4F8A72AC675D}" dt="2026-08-11T04:30:30.407" v="39636" actId="1035"/>
          <ac:spMkLst>
            <pc:docMk/>
            <pc:sldMk cId="3098571899" sldId="263"/>
            <ac:spMk id="40" creationId="{2F3F9006-AF5D-80B9-BF99-C68E3FDC7AF8}"/>
          </ac:spMkLst>
        </pc:spChg>
        <pc:spChg chg="mod">
          <ac:chgData name="Fu, Jingchen" userId="8944e6ea-3e1d-470c-9386-aa1916d2886a" providerId="ADAL" clId="{ED043583-CFDA-4822-9685-4F8A72AC675D}" dt="2026-08-11T04:30:22.709" v="39626" actId="1036"/>
          <ac:spMkLst>
            <pc:docMk/>
            <pc:sldMk cId="3098571899" sldId="263"/>
            <ac:spMk id="41" creationId="{A314DA5A-97C3-63BF-A115-863B4E9832E7}"/>
          </ac:spMkLst>
        </pc:spChg>
        <pc:spChg chg="mod">
          <ac:chgData name="Fu, Jingchen" userId="8944e6ea-3e1d-470c-9386-aa1916d2886a" providerId="ADAL" clId="{ED043583-CFDA-4822-9685-4F8A72AC675D}" dt="2026-08-11T07:08:41.892" v="39716" actId="20577"/>
          <ac:spMkLst>
            <pc:docMk/>
            <pc:sldMk cId="3098571899" sldId="263"/>
            <ac:spMk id="44" creationId="{A72D973C-A761-EB8D-1508-C286610D5E98}"/>
          </ac:spMkLst>
        </pc:spChg>
        <pc:spChg chg="mod">
          <ac:chgData name="Fu, Jingchen" userId="8944e6ea-3e1d-470c-9386-aa1916d2886a" providerId="ADAL" clId="{ED043583-CFDA-4822-9685-4F8A72AC675D}" dt="2026-08-11T04:27:34.069" v="39534" actId="20577"/>
          <ac:spMkLst>
            <pc:docMk/>
            <pc:sldMk cId="3098571899" sldId="263"/>
            <ac:spMk id="59" creationId="{DF45B350-2553-E13E-C364-1874CC32F2C3}"/>
          </ac:spMkLst>
        </pc:spChg>
        <pc:spChg chg="mod">
          <ac:chgData name="Fu, Jingchen" userId="8944e6ea-3e1d-470c-9386-aa1916d2886a" providerId="ADAL" clId="{ED043583-CFDA-4822-9685-4F8A72AC675D}" dt="2026-08-11T04:22:18.577" v="39183" actId="20577"/>
          <ac:spMkLst>
            <pc:docMk/>
            <pc:sldMk cId="3098571899" sldId="263"/>
            <ac:spMk id="61" creationId="{7D87B49D-E4AC-8968-B06E-727FB54C5BC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07:08:41.892" v="39716" actId="20577"/>
              <pc2:cmMkLst xmlns:pc2="http://schemas.microsoft.com/office/powerpoint/2019/9/main/command">
                <pc:docMk/>
                <pc:sldMk cId="3098571899" sldId="263"/>
                <pc2:cmMk id="{EDDA6B9E-33D1-4437-8122-E4B099DC32DF}"/>
              </pc2:cmMkLst>
            </pc226:cmChg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04:29:32.966" v="39582" actId="20577"/>
              <pc2:cmMkLst xmlns:pc2="http://schemas.microsoft.com/office/powerpoint/2019/9/main/command">
                <pc:docMk/>
                <pc:sldMk cId="3098571899" sldId="263"/>
                <pc2:cmMk id="{0C1156FB-5F8D-4AFF-8065-B88630059A51}"/>
              </pc2:cmMkLst>
            </pc226:cmChg>
          </p:ext>
        </pc:extLst>
      </pc:sldChg>
      <pc:sldChg chg="modSp mod">
        <pc:chgData name="Fu, Jingchen" userId="8944e6ea-3e1d-470c-9386-aa1916d2886a" providerId="ADAL" clId="{ED043583-CFDA-4822-9685-4F8A72AC675D}" dt="2026-08-12T06:11:11.195" v="43229" actId="1038"/>
        <pc:sldMkLst>
          <pc:docMk/>
          <pc:sldMk cId="298183996" sldId="266"/>
        </pc:sldMkLst>
        <pc:spChg chg="mod">
          <ac:chgData name="Fu, Jingchen" userId="8944e6ea-3e1d-470c-9386-aa1916d2886a" providerId="ADAL" clId="{ED043583-CFDA-4822-9685-4F8A72AC675D}" dt="2026-08-10T10:15:38.384" v="34799" actId="14100"/>
          <ac:spMkLst>
            <pc:docMk/>
            <pc:sldMk cId="298183996" sldId="266"/>
            <ac:spMk id="19" creationId="{8060292B-2443-4FB8-EB19-8CAC10690ADD}"/>
          </ac:spMkLst>
        </pc:spChg>
        <pc:spChg chg="mod">
          <ac:chgData name="Fu, Jingchen" userId="8944e6ea-3e1d-470c-9386-aa1916d2886a" providerId="ADAL" clId="{ED043583-CFDA-4822-9685-4F8A72AC675D}" dt="2026-08-12T06:11:11.195" v="43229" actId="1038"/>
          <ac:spMkLst>
            <pc:docMk/>
            <pc:sldMk cId="298183996" sldId="266"/>
            <ac:spMk id="51" creationId="{243E92E6-7C03-67B2-A4F8-42839371B0CF}"/>
          </ac:spMkLst>
        </pc:spChg>
        <pc:spChg chg="mod">
          <ac:chgData name="Fu, Jingchen" userId="8944e6ea-3e1d-470c-9386-aa1916d2886a" providerId="ADAL" clId="{ED043583-CFDA-4822-9685-4F8A72AC675D}" dt="2026-08-12T06:11:11.195" v="43229" actId="1038"/>
          <ac:spMkLst>
            <pc:docMk/>
            <pc:sldMk cId="298183996" sldId="266"/>
            <ac:spMk id="52" creationId="{FE05EE1A-BA0A-A1AF-0CC1-0384E7BB38E6}"/>
          </ac:spMkLst>
        </pc:spChg>
        <pc:picChg chg="mod">
          <ac:chgData name="Fu, Jingchen" userId="8944e6ea-3e1d-470c-9386-aa1916d2886a" providerId="ADAL" clId="{ED043583-CFDA-4822-9685-4F8A72AC675D}" dt="2026-08-10T10:16:04.077" v="34803" actId="1037"/>
          <ac:picMkLst>
            <pc:docMk/>
            <pc:sldMk cId="298183996" sldId="266"/>
            <ac:picMk id="4" creationId="{41148862-D46F-A5D3-F1CA-53C848054356}"/>
          </ac:picMkLst>
        </pc:picChg>
        <pc:picChg chg="mod">
          <ac:chgData name="Fu, Jingchen" userId="8944e6ea-3e1d-470c-9386-aa1916d2886a" providerId="ADAL" clId="{ED043583-CFDA-4822-9685-4F8A72AC675D}" dt="2026-08-12T06:11:11.195" v="43229" actId="1038"/>
          <ac:picMkLst>
            <pc:docMk/>
            <pc:sldMk cId="298183996" sldId="266"/>
            <ac:picMk id="63" creationId="{7705863F-FE35-23F9-AAEA-759CF35D2AC8}"/>
          </ac:picMkLst>
        </pc:picChg>
      </pc:sldChg>
      <pc:sldChg chg="modSp mod">
        <pc:chgData name="Fu, Jingchen" userId="8944e6ea-3e1d-470c-9386-aa1916d2886a" providerId="ADAL" clId="{ED043583-CFDA-4822-9685-4F8A72AC675D}" dt="2026-08-12T06:11:21.343" v="43235" actId="1036"/>
        <pc:sldMkLst>
          <pc:docMk/>
          <pc:sldMk cId="1428314963" sldId="267"/>
        </pc:sldMkLst>
        <pc:spChg chg="mod">
          <ac:chgData name="Fu, Jingchen" userId="8944e6ea-3e1d-470c-9386-aa1916d2886a" providerId="ADAL" clId="{ED043583-CFDA-4822-9685-4F8A72AC675D}" dt="2026-08-12T06:11:21.343" v="43235" actId="1036"/>
          <ac:spMkLst>
            <pc:docMk/>
            <pc:sldMk cId="1428314963" sldId="267"/>
            <ac:spMk id="17" creationId="{8A55F9EA-ACC7-3182-C59F-4F5C46B9ACFC}"/>
          </ac:spMkLst>
        </pc:spChg>
        <pc:spChg chg="mod">
          <ac:chgData name="Fu, Jingchen" userId="8944e6ea-3e1d-470c-9386-aa1916d2886a" providerId="ADAL" clId="{ED043583-CFDA-4822-9685-4F8A72AC675D}" dt="2026-08-12T06:11:21.343" v="43235" actId="1036"/>
          <ac:spMkLst>
            <pc:docMk/>
            <pc:sldMk cId="1428314963" sldId="267"/>
            <ac:spMk id="18" creationId="{C4949B15-47AB-874F-732B-0A6DF7934120}"/>
          </ac:spMkLst>
        </pc:spChg>
        <pc:picChg chg="mod">
          <ac:chgData name="Fu, Jingchen" userId="8944e6ea-3e1d-470c-9386-aa1916d2886a" providerId="ADAL" clId="{ED043583-CFDA-4822-9685-4F8A72AC675D}" dt="2026-08-12T06:11:21.343" v="43235" actId="1036"/>
          <ac:picMkLst>
            <pc:docMk/>
            <pc:sldMk cId="1428314963" sldId="267"/>
            <ac:picMk id="19" creationId="{884C9053-CDED-2F1E-F124-6E7A7143C00A}"/>
          </ac:picMkLst>
        </pc:picChg>
        <pc:picChg chg="mod">
          <ac:chgData name="Fu, Jingchen" userId="8944e6ea-3e1d-470c-9386-aa1916d2886a" providerId="ADAL" clId="{ED043583-CFDA-4822-9685-4F8A72AC675D}" dt="2026-08-10T10:15:55.490" v="34801" actId="1038"/>
          <ac:picMkLst>
            <pc:docMk/>
            <pc:sldMk cId="1428314963" sldId="267"/>
            <ac:picMk id="21" creationId="{D154D05A-CE7D-397A-6DB7-03CDE2CFBA77}"/>
          </ac:picMkLst>
        </pc:picChg>
      </pc:sldChg>
      <pc:sldChg chg="modSp mod modCm">
        <pc:chgData name="Fu, Jingchen" userId="8944e6ea-3e1d-470c-9386-aa1916d2886a" providerId="ADAL" clId="{ED043583-CFDA-4822-9685-4F8A72AC675D}" dt="2026-08-11T09:57:34.595" v="41766" actId="20577"/>
        <pc:sldMkLst>
          <pc:docMk/>
          <pc:sldMk cId="190421062" sldId="269"/>
        </pc:sldMkLst>
        <pc:spChg chg="mod">
          <ac:chgData name="Fu, Jingchen" userId="8944e6ea-3e1d-470c-9386-aa1916d2886a" providerId="ADAL" clId="{ED043583-CFDA-4822-9685-4F8A72AC675D}" dt="2026-08-11T09:57:34.595" v="41766" actId="20577"/>
          <ac:spMkLst>
            <pc:docMk/>
            <pc:sldMk cId="190421062" sldId="269"/>
            <ac:spMk id="32" creationId="{1B646C6A-7A1F-B2B9-257F-F0F644B261D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07:26:38.195" v="40079" actId="20577"/>
              <pc2:cmMkLst xmlns:pc2="http://schemas.microsoft.com/office/powerpoint/2019/9/main/command">
                <pc:docMk/>
                <pc:sldMk cId="190421062" sldId="269"/>
                <pc2:cmMk id="{9F7B88D9-399F-4C7D-8E76-FA390090A8FA}"/>
              </pc2:cmMkLst>
            </pc226:cmChg>
          </p:ext>
        </pc:extLst>
      </pc:sldChg>
      <pc:sldChg chg="addSp delSp modSp mod">
        <pc:chgData name="Fu, Jingchen" userId="8944e6ea-3e1d-470c-9386-aa1916d2886a" providerId="ADAL" clId="{ED043583-CFDA-4822-9685-4F8A72AC675D}" dt="2026-08-13T08:57:43.262" v="44637" actId="20577"/>
        <pc:sldMkLst>
          <pc:docMk/>
          <pc:sldMk cId="3358411322" sldId="276"/>
        </pc:sldMkLst>
        <pc:spChg chg="mod ord">
          <ac:chgData name="Fu, Jingchen" userId="8944e6ea-3e1d-470c-9386-aa1916d2886a" providerId="ADAL" clId="{ED043583-CFDA-4822-9685-4F8A72AC675D}" dt="2026-08-13T08:49:10.125" v="44576"/>
          <ac:spMkLst>
            <pc:docMk/>
            <pc:sldMk cId="3358411322" sldId="276"/>
            <ac:spMk id="3" creationId="{5F33E13F-62D1-825E-164B-F64A8BBE93B0}"/>
          </ac:spMkLst>
        </pc:spChg>
        <pc:spChg chg="mod ord">
          <ac:chgData name="Fu, Jingchen" userId="8944e6ea-3e1d-470c-9386-aa1916d2886a" providerId="ADAL" clId="{ED043583-CFDA-4822-9685-4F8A72AC675D}" dt="2026-08-13T08:49:10.125" v="44578"/>
          <ac:spMkLst>
            <pc:docMk/>
            <pc:sldMk cId="3358411322" sldId="276"/>
            <ac:spMk id="4" creationId="{25793E73-B2B0-646C-D3DB-9C19D87E3596}"/>
          </ac:spMkLst>
        </pc:spChg>
        <pc:spChg chg="mod ord">
          <ac:chgData name="Fu, Jingchen" userId="8944e6ea-3e1d-470c-9386-aa1916d2886a" providerId="ADAL" clId="{ED043583-CFDA-4822-9685-4F8A72AC675D}" dt="2026-08-13T08:49:10.125" v="44588"/>
          <ac:spMkLst>
            <pc:docMk/>
            <pc:sldMk cId="3358411322" sldId="276"/>
            <ac:spMk id="6" creationId="{160F8395-A7C0-0609-6654-8BAF3115695C}"/>
          </ac:spMkLst>
        </pc:spChg>
        <pc:spChg chg="mod ord">
          <ac:chgData name="Fu, Jingchen" userId="8944e6ea-3e1d-470c-9386-aa1916d2886a" providerId="ADAL" clId="{ED043583-CFDA-4822-9685-4F8A72AC675D}" dt="2026-08-13T08:49:10.125" v="44596"/>
          <ac:spMkLst>
            <pc:docMk/>
            <pc:sldMk cId="3358411322" sldId="276"/>
            <ac:spMk id="8" creationId="{4EE01547-03DD-4675-A11E-6E049E924545}"/>
          </ac:spMkLst>
        </pc:spChg>
        <pc:spChg chg="mod ord">
          <ac:chgData name="Fu, Jingchen" userId="8944e6ea-3e1d-470c-9386-aa1916d2886a" providerId="ADAL" clId="{ED043583-CFDA-4822-9685-4F8A72AC675D}" dt="2026-08-13T08:49:10.125" v="44580"/>
          <ac:spMkLst>
            <pc:docMk/>
            <pc:sldMk cId="3358411322" sldId="276"/>
            <ac:spMk id="9" creationId="{F7AE5C2A-7DDC-8DE2-9CB1-BFFED9074E20}"/>
          </ac:spMkLst>
        </pc:spChg>
        <pc:spChg chg="mod ord">
          <ac:chgData name="Fu, Jingchen" userId="8944e6ea-3e1d-470c-9386-aa1916d2886a" providerId="ADAL" clId="{ED043583-CFDA-4822-9685-4F8A72AC675D}" dt="2026-08-13T08:49:10.125" v="44598"/>
          <ac:spMkLst>
            <pc:docMk/>
            <pc:sldMk cId="3358411322" sldId="276"/>
            <ac:spMk id="10" creationId="{DB62959E-05CD-7309-14AE-21CBB885557B}"/>
          </ac:spMkLst>
        </pc:spChg>
        <pc:spChg chg="mod ord">
          <ac:chgData name="Fu, Jingchen" userId="8944e6ea-3e1d-470c-9386-aa1916d2886a" providerId="ADAL" clId="{ED043583-CFDA-4822-9685-4F8A72AC675D}" dt="2026-08-13T08:49:10.132" v="44600"/>
          <ac:spMkLst>
            <pc:docMk/>
            <pc:sldMk cId="3358411322" sldId="276"/>
            <ac:spMk id="11" creationId="{505ADAF7-AA57-6DEC-8431-43D4AA7E644D}"/>
          </ac:spMkLst>
        </pc:spChg>
        <pc:spChg chg="mod ord">
          <ac:chgData name="Fu, Jingchen" userId="8944e6ea-3e1d-470c-9386-aa1916d2886a" providerId="ADAL" clId="{ED043583-CFDA-4822-9685-4F8A72AC675D}" dt="2026-08-13T08:49:10.132" v="44602"/>
          <ac:spMkLst>
            <pc:docMk/>
            <pc:sldMk cId="3358411322" sldId="276"/>
            <ac:spMk id="12" creationId="{9E5FC93C-CE81-E3A8-AFE4-9ACA19C9FD7B}"/>
          </ac:spMkLst>
        </pc:spChg>
        <pc:spChg chg="mod ord">
          <ac:chgData name="Fu, Jingchen" userId="8944e6ea-3e1d-470c-9386-aa1916d2886a" providerId="ADAL" clId="{ED043583-CFDA-4822-9685-4F8A72AC675D}" dt="2026-08-13T08:49:10.125" v="44586"/>
          <ac:spMkLst>
            <pc:docMk/>
            <pc:sldMk cId="3358411322" sldId="276"/>
            <ac:spMk id="16" creationId="{6CE0483B-84A2-EED1-71E5-AFDBA565A5F3}"/>
          </ac:spMkLst>
        </pc:spChg>
        <pc:spChg chg="mod ord">
          <ac:chgData name="Fu, Jingchen" userId="8944e6ea-3e1d-470c-9386-aa1916d2886a" providerId="ADAL" clId="{ED043583-CFDA-4822-9685-4F8A72AC675D}" dt="2026-08-13T08:49:10.125" v="44592"/>
          <ac:spMkLst>
            <pc:docMk/>
            <pc:sldMk cId="3358411322" sldId="276"/>
            <ac:spMk id="19" creationId="{461CFB82-AF18-A2EC-FC31-5CD147D0229C}"/>
          </ac:spMkLst>
        </pc:spChg>
        <pc:spChg chg="mod ord">
          <ac:chgData name="Fu, Jingchen" userId="8944e6ea-3e1d-470c-9386-aa1916d2886a" providerId="ADAL" clId="{ED043583-CFDA-4822-9685-4F8A72AC675D}" dt="2026-08-13T08:49:10.125" v="44594"/>
          <ac:spMkLst>
            <pc:docMk/>
            <pc:sldMk cId="3358411322" sldId="276"/>
            <ac:spMk id="21" creationId="{701D9080-16FE-153C-78B9-281993FCA6E8}"/>
          </ac:spMkLst>
        </pc:spChg>
        <pc:spChg chg="mod">
          <ac:chgData name="Fu, Jingchen" userId="8944e6ea-3e1d-470c-9386-aa1916d2886a" providerId="ADAL" clId="{ED043583-CFDA-4822-9685-4F8A72AC675D}" dt="2026-08-13T08:49:10.110" v="44507"/>
          <ac:spMkLst>
            <pc:docMk/>
            <pc:sldMk cId="3358411322" sldId="276"/>
            <ac:spMk id="23" creationId="{CA8E9AA3-0EC1-AB60-A18A-E90B3C161BE0}"/>
          </ac:spMkLst>
        </pc:spChg>
        <pc:spChg chg="mod">
          <ac:chgData name="Fu, Jingchen" userId="8944e6ea-3e1d-470c-9386-aa1916d2886a" providerId="ADAL" clId="{ED043583-CFDA-4822-9685-4F8A72AC675D}" dt="2026-08-13T08:49:10.110" v="44516"/>
          <ac:spMkLst>
            <pc:docMk/>
            <pc:sldMk cId="3358411322" sldId="276"/>
            <ac:spMk id="25" creationId="{D992E6CF-273D-FC79-79E2-9F695C8D7877}"/>
          </ac:spMkLst>
        </pc:spChg>
        <pc:spChg chg="mod ord">
          <ac:chgData name="Fu, Jingchen" userId="8944e6ea-3e1d-470c-9386-aa1916d2886a" providerId="ADAL" clId="{ED043583-CFDA-4822-9685-4F8A72AC675D}" dt="2026-08-13T08:49:10.132" v="44604"/>
          <ac:spMkLst>
            <pc:docMk/>
            <pc:sldMk cId="3358411322" sldId="276"/>
            <ac:spMk id="29" creationId="{C5ED66B8-5B92-D4E3-01F1-8F2AA411DF7E}"/>
          </ac:spMkLst>
        </pc:spChg>
        <pc:spChg chg="mod">
          <ac:chgData name="Fu, Jingchen" userId="8944e6ea-3e1d-470c-9386-aa1916d2886a" providerId="ADAL" clId="{ED043583-CFDA-4822-9685-4F8A72AC675D}" dt="2026-08-13T08:49:10.110" v="44524"/>
          <ac:spMkLst>
            <pc:docMk/>
            <pc:sldMk cId="3358411322" sldId="276"/>
            <ac:spMk id="103" creationId="{1571309F-344C-A816-4467-F71B8DC6CCC4}"/>
          </ac:spMkLst>
        </pc:spChg>
        <pc:spChg chg="mod">
          <ac:chgData name="Fu, Jingchen" userId="8944e6ea-3e1d-470c-9386-aa1916d2886a" providerId="ADAL" clId="{ED043583-CFDA-4822-9685-4F8A72AC675D}" dt="2026-08-13T08:49:10.118" v="44533"/>
          <ac:spMkLst>
            <pc:docMk/>
            <pc:sldMk cId="3358411322" sldId="276"/>
            <ac:spMk id="110" creationId="{BF088F4C-E8C0-55D6-1EC3-60AD4CCA9AFD}"/>
          </ac:spMkLst>
        </pc:spChg>
        <pc:spChg chg="mod ord">
          <ac:chgData name="Fu, Jingchen" userId="8944e6ea-3e1d-470c-9386-aa1916d2886a" providerId="ADAL" clId="{ED043583-CFDA-4822-9685-4F8A72AC675D}" dt="2026-08-13T08:49:10.110" v="44504"/>
          <ac:spMkLst>
            <pc:docMk/>
            <pc:sldMk cId="3358411322" sldId="276"/>
            <ac:spMk id="166" creationId="{B832ADB4-9220-183C-589E-163047CCE424}"/>
          </ac:spMkLst>
        </pc:spChg>
        <pc:spChg chg="mod ord">
          <ac:chgData name="Fu, Jingchen" userId="8944e6ea-3e1d-470c-9386-aa1916d2886a" providerId="ADAL" clId="{ED043583-CFDA-4822-9685-4F8A72AC675D}" dt="2026-08-13T08:49:10.110" v="44506"/>
          <ac:spMkLst>
            <pc:docMk/>
            <pc:sldMk cId="3358411322" sldId="276"/>
            <ac:spMk id="167" creationId="{5AD2CE5C-3D92-B6A2-F5BC-52FBBFA2BE5D}"/>
          </ac:spMkLst>
        </pc:spChg>
        <pc:spChg chg="mod ord">
          <ac:chgData name="Fu, Jingchen" userId="8944e6ea-3e1d-470c-9386-aa1916d2886a" providerId="ADAL" clId="{ED043583-CFDA-4822-9685-4F8A72AC675D}" dt="2026-08-13T08:49:10.110" v="44513"/>
          <ac:spMkLst>
            <pc:docMk/>
            <pc:sldMk cId="3358411322" sldId="276"/>
            <ac:spMk id="168" creationId="{FCF24750-357A-F736-5F3A-212106F2CFB1}"/>
          </ac:spMkLst>
        </pc:spChg>
        <pc:spChg chg="mod ord">
          <ac:chgData name="Fu, Jingchen" userId="8944e6ea-3e1d-470c-9386-aa1916d2886a" providerId="ADAL" clId="{ED043583-CFDA-4822-9685-4F8A72AC675D}" dt="2026-08-13T08:49:10.110" v="44515"/>
          <ac:spMkLst>
            <pc:docMk/>
            <pc:sldMk cId="3358411322" sldId="276"/>
            <ac:spMk id="169" creationId="{0C9F6660-416C-51F1-7569-FBA45862F31F}"/>
          </ac:spMkLst>
        </pc:spChg>
        <pc:spChg chg="mod ord">
          <ac:chgData name="Fu, Jingchen" userId="8944e6ea-3e1d-470c-9386-aa1916d2886a" providerId="ADAL" clId="{ED043583-CFDA-4822-9685-4F8A72AC675D}" dt="2026-08-13T08:49:10.120" v="44544"/>
          <ac:spMkLst>
            <pc:docMk/>
            <pc:sldMk cId="3358411322" sldId="276"/>
            <ac:spMk id="170" creationId="{0141DC5D-75E5-C73E-6A28-30F613C977BF}"/>
          </ac:spMkLst>
        </pc:spChg>
        <pc:spChg chg="mod ord">
          <ac:chgData name="Fu, Jingchen" userId="8944e6ea-3e1d-470c-9386-aa1916d2886a" providerId="ADAL" clId="{ED043583-CFDA-4822-9685-4F8A72AC675D}" dt="2026-08-13T08:49:10.110" v="44523"/>
          <ac:spMkLst>
            <pc:docMk/>
            <pc:sldMk cId="3358411322" sldId="276"/>
            <ac:spMk id="171" creationId="{A2169A2B-CE3A-D19C-7D68-36596EC7F5BA}"/>
          </ac:spMkLst>
        </pc:spChg>
        <pc:spChg chg="mod ord">
          <ac:chgData name="Fu, Jingchen" userId="8944e6ea-3e1d-470c-9386-aa1916d2886a" providerId="ADAL" clId="{ED043583-CFDA-4822-9685-4F8A72AC675D}" dt="2026-08-13T08:49:10.110" v="44530"/>
          <ac:spMkLst>
            <pc:docMk/>
            <pc:sldMk cId="3358411322" sldId="276"/>
            <ac:spMk id="172" creationId="{200DC02D-B369-BDD7-20AD-436BDCC9F43C}"/>
          </ac:spMkLst>
        </pc:spChg>
        <pc:spChg chg="mod ord">
          <ac:chgData name="Fu, Jingchen" userId="8944e6ea-3e1d-470c-9386-aa1916d2886a" providerId="ADAL" clId="{ED043583-CFDA-4822-9685-4F8A72AC675D}" dt="2026-08-13T08:49:10.110" v="44532"/>
          <ac:spMkLst>
            <pc:docMk/>
            <pc:sldMk cId="3358411322" sldId="276"/>
            <ac:spMk id="173" creationId="{81581052-5741-43C6-B0A5-9695371D3537}"/>
          </ac:spMkLst>
        </pc:spChg>
        <pc:spChg chg="mod">
          <ac:chgData name="Fu, Jingchen" userId="8944e6ea-3e1d-470c-9386-aa1916d2886a" providerId="ADAL" clId="{ED043583-CFDA-4822-9685-4F8A72AC675D}" dt="2026-08-13T08:49:10.110" v="44521"/>
          <ac:spMkLst>
            <pc:docMk/>
            <pc:sldMk cId="3358411322" sldId="276"/>
            <ac:spMk id="180" creationId="{8321C98C-7D84-E488-1E94-048DEA5D2F74}"/>
          </ac:spMkLst>
        </pc:spChg>
        <pc:spChg chg="mod">
          <ac:chgData name="Fu, Jingchen" userId="8944e6ea-3e1d-470c-9386-aa1916d2886a" providerId="ADAL" clId="{ED043583-CFDA-4822-9685-4F8A72AC675D}" dt="2026-08-13T08:49:10.120" v="44538"/>
          <ac:spMkLst>
            <pc:docMk/>
            <pc:sldMk cId="3358411322" sldId="276"/>
            <ac:spMk id="181" creationId="{B40D93A4-2D33-00A9-1F4B-62A887ECEFF3}"/>
          </ac:spMkLst>
        </pc:spChg>
        <pc:spChg chg="mod">
          <ac:chgData name="Fu, Jingchen" userId="8944e6ea-3e1d-470c-9386-aa1916d2886a" providerId="ADAL" clId="{ED043583-CFDA-4822-9685-4F8A72AC675D}" dt="2026-08-13T08:49:10.120" v="44540"/>
          <ac:spMkLst>
            <pc:docMk/>
            <pc:sldMk cId="3358411322" sldId="276"/>
            <ac:spMk id="182" creationId="{D67EBBD1-861B-FEEC-D444-C5542D6B8799}"/>
          </ac:spMkLst>
        </pc:spChg>
        <pc:spChg chg="mod">
          <ac:chgData name="Fu, Jingchen" userId="8944e6ea-3e1d-470c-9386-aa1916d2886a" providerId="ADAL" clId="{ED043583-CFDA-4822-9685-4F8A72AC675D}" dt="2026-08-13T08:49:10.120" v="44542"/>
          <ac:spMkLst>
            <pc:docMk/>
            <pc:sldMk cId="3358411322" sldId="276"/>
            <ac:spMk id="183" creationId="{ACC6BD0D-162F-73DC-375A-62B52F2A5328}"/>
          </ac:spMkLst>
        </pc:spChg>
        <pc:spChg chg="mod">
          <ac:chgData name="Fu, Jingchen" userId="8944e6ea-3e1d-470c-9386-aa1916d2886a" providerId="ADAL" clId="{ED043583-CFDA-4822-9685-4F8A72AC675D}" dt="2026-08-13T08:49:10.110" v="44508"/>
          <ac:spMkLst>
            <pc:docMk/>
            <pc:sldMk cId="3358411322" sldId="276"/>
            <ac:spMk id="184" creationId="{67FF6A57-47ED-F108-02C7-404A097D6655}"/>
          </ac:spMkLst>
        </pc:spChg>
        <pc:spChg chg="mod">
          <ac:chgData name="Fu, Jingchen" userId="8944e6ea-3e1d-470c-9386-aa1916d2886a" providerId="ADAL" clId="{ED043583-CFDA-4822-9685-4F8A72AC675D}" dt="2026-08-13T08:49:10.110" v="44509"/>
          <ac:spMkLst>
            <pc:docMk/>
            <pc:sldMk cId="3358411322" sldId="276"/>
            <ac:spMk id="185" creationId="{91C49F7A-0135-EBEA-0D33-46A6F264B283}"/>
          </ac:spMkLst>
        </pc:spChg>
        <pc:spChg chg="mod">
          <ac:chgData name="Fu, Jingchen" userId="8944e6ea-3e1d-470c-9386-aa1916d2886a" providerId="ADAL" clId="{ED043583-CFDA-4822-9685-4F8A72AC675D}" dt="2026-08-13T08:49:10.110" v="44510"/>
          <ac:spMkLst>
            <pc:docMk/>
            <pc:sldMk cId="3358411322" sldId="276"/>
            <ac:spMk id="186" creationId="{EB5D80E7-6B43-75CF-8E22-8EDC7061BB46}"/>
          </ac:spMkLst>
        </pc:spChg>
        <pc:spChg chg="mod">
          <ac:chgData name="Fu, Jingchen" userId="8944e6ea-3e1d-470c-9386-aa1916d2886a" providerId="ADAL" clId="{ED043583-CFDA-4822-9685-4F8A72AC675D}" dt="2026-08-13T08:49:10.110" v="44511"/>
          <ac:spMkLst>
            <pc:docMk/>
            <pc:sldMk cId="3358411322" sldId="276"/>
            <ac:spMk id="187" creationId="{66B0636E-8D23-8280-0116-9145A68B020B}"/>
          </ac:spMkLst>
        </pc:spChg>
        <pc:spChg chg="mod">
          <ac:chgData name="Fu, Jingchen" userId="8944e6ea-3e1d-470c-9386-aa1916d2886a" providerId="ADAL" clId="{ED043583-CFDA-4822-9685-4F8A72AC675D}" dt="2026-08-13T08:49:10.110" v="44517"/>
          <ac:spMkLst>
            <pc:docMk/>
            <pc:sldMk cId="3358411322" sldId="276"/>
            <ac:spMk id="188" creationId="{DF99A7C7-F11F-8A16-4124-DF9EB4FA8D39}"/>
          </ac:spMkLst>
        </pc:spChg>
        <pc:spChg chg="mod">
          <ac:chgData name="Fu, Jingchen" userId="8944e6ea-3e1d-470c-9386-aa1916d2886a" providerId="ADAL" clId="{ED043583-CFDA-4822-9685-4F8A72AC675D}" dt="2026-08-13T08:49:10.110" v="44518"/>
          <ac:spMkLst>
            <pc:docMk/>
            <pc:sldMk cId="3358411322" sldId="276"/>
            <ac:spMk id="189" creationId="{E8E9D248-DB41-1D32-40F4-C2EF042AD8E0}"/>
          </ac:spMkLst>
        </pc:spChg>
        <pc:spChg chg="mod">
          <ac:chgData name="Fu, Jingchen" userId="8944e6ea-3e1d-470c-9386-aa1916d2886a" providerId="ADAL" clId="{ED043583-CFDA-4822-9685-4F8A72AC675D}" dt="2026-08-13T08:49:10.110" v="44519"/>
          <ac:spMkLst>
            <pc:docMk/>
            <pc:sldMk cId="3358411322" sldId="276"/>
            <ac:spMk id="190" creationId="{37AC0C5B-9725-9654-4E68-7633BFEA1B4E}"/>
          </ac:spMkLst>
        </pc:spChg>
        <pc:spChg chg="mod">
          <ac:chgData name="Fu, Jingchen" userId="8944e6ea-3e1d-470c-9386-aa1916d2886a" providerId="ADAL" clId="{ED043583-CFDA-4822-9685-4F8A72AC675D}" dt="2026-08-13T08:49:10.110" v="44520"/>
          <ac:spMkLst>
            <pc:docMk/>
            <pc:sldMk cId="3358411322" sldId="276"/>
            <ac:spMk id="191" creationId="{6C519807-D1E7-8EED-4A02-BFFF63D1E5D7}"/>
          </ac:spMkLst>
        </pc:spChg>
        <pc:spChg chg="mod">
          <ac:chgData name="Fu, Jingchen" userId="8944e6ea-3e1d-470c-9386-aa1916d2886a" providerId="ADAL" clId="{ED043583-CFDA-4822-9685-4F8A72AC675D}" dt="2026-08-13T08:49:10.110" v="44525"/>
          <ac:spMkLst>
            <pc:docMk/>
            <pc:sldMk cId="3358411322" sldId="276"/>
            <ac:spMk id="192" creationId="{7CBBCAB2-AACC-44C8-EF65-4AEC20556111}"/>
          </ac:spMkLst>
        </pc:spChg>
        <pc:spChg chg="mod">
          <ac:chgData name="Fu, Jingchen" userId="8944e6ea-3e1d-470c-9386-aa1916d2886a" providerId="ADAL" clId="{ED043583-CFDA-4822-9685-4F8A72AC675D}" dt="2026-08-13T08:49:10.110" v="44526"/>
          <ac:spMkLst>
            <pc:docMk/>
            <pc:sldMk cId="3358411322" sldId="276"/>
            <ac:spMk id="193" creationId="{BB5CF843-6CA0-AFE2-EC75-48ECC20BED7C}"/>
          </ac:spMkLst>
        </pc:spChg>
        <pc:spChg chg="mod">
          <ac:chgData name="Fu, Jingchen" userId="8944e6ea-3e1d-470c-9386-aa1916d2886a" providerId="ADAL" clId="{ED043583-CFDA-4822-9685-4F8A72AC675D}" dt="2026-08-13T08:49:10.110" v="44527"/>
          <ac:spMkLst>
            <pc:docMk/>
            <pc:sldMk cId="3358411322" sldId="276"/>
            <ac:spMk id="194" creationId="{8CF45A4D-EA57-DD8F-7414-62613CCD2D06}"/>
          </ac:spMkLst>
        </pc:spChg>
        <pc:spChg chg="mod">
          <ac:chgData name="Fu, Jingchen" userId="8944e6ea-3e1d-470c-9386-aa1916d2886a" providerId="ADAL" clId="{ED043583-CFDA-4822-9685-4F8A72AC675D}" dt="2026-08-13T08:49:10.110" v="44528"/>
          <ac:spMkLst>
            <pc:docMk/>
            <pc:sldMk cId="3358411322" sldId="276"/>
            <ac:spMk id="195" creationId="{3FA3568F-44F7-8915-980D-41B6EBE41528}"/>
          </ac:spMkLst>
        </pc:spChg>
        <pc:spChg chg="mod">
          <ac:chgData name="Fu, Jingchen" userId="8944e6ea-3e1d-470c-9386-aa1916d2886a" providerId="ADAL" clId="{ED043583-CFDA-4822-9685-4F8A72AC675D}" dt="2026-08-13T08:49:10.118" v="44534"/>
          <ac:spMkLst>
            <pc:docMk/>
            <pc:sldMk cId="3358411322" sldId="276"/>
            <ac:spMk id="214" creationId="{2783D0D7-AFEB-3712-05A2-D67E73C5AC4C}"/>
          </ac:spMkLst>
        </pc:spChg>
        <pc:spChg chg="mod">
          <ac:chgData name="Fu, Jingchen" userId="8944e6ea-3e1d-470c-9386-aa1916d2886a" providerId="ADAL" clId="{ED043583-CFDA-4822-9685-4F8A72AC675D}" dt="2026-08-13T08:49:10.118" v="44535"/>
          <ac:spMkLst>
            <pc:docMk/>
            <pc:sldMk cId="3358411322" sldId="276"/>
            <ac:spMk id="215" creationId="{117CEE71-7B64-F3A0-146D-4AA51A7B8F5D}"/>
          </ac:spMkLst>
        </pc:spChg>
        <pc:spChg chg="mod">
          <ac:chgData name="Fu, Jingchen" userId="8944e6ea-3e1d-470c-9386-aa1916d2886a" providerId="ADAL" clId="{ED043583-CFDA-4822-9685-4F8A72AC675D}" dt="2026-08-13T08:49:10.120" v="44536"/>
          <ac:spMkLst>
            <pc:docMk/>
            <pc:sldMk cId="3358411322" sldId="276"/>
            <ac:spMk id="216" creationId="{4D653F2A-1D32-AFEC-5E1D-B196854AD45A}"/>
          </ac:spMkLst>
        </pc:spChg>
        <pc:spChg chg="mod">
          <ac:chgData name="Fu, Jingchen" userId="8944e6ea-3e1d-470c-9386-aa1916d2886a" providerId="ADAL" clId="{ED043583-CFDA-4822-9685-4F8A72AC675D}" dt="2026-08-13T08:49:10.120" v="44537"/>
          <ac:spMkLst>
            <pc:docMk/>
            <pc:sldMk cId="3358411322" sldId="276"/>
            <ac:spMk id="217" creationId="{CA2A53DF-C331-092D-58F4-2C8AB28197ED}"/>
          </ac:spMkLst>
        </pc:spChg>
        <pc:spChg chg="mod">
          <ac:chgData name="Fu, Jingchen" userId="8944e6ea-3e1d-470c-9386-aa1916d2886a" providerId="ADAL" clId="{ED043583-CFDA-4822-9685-4F8A72AC675D}" dt="2026-08-13T08:49:10.120" v="44539"/>
          <ac:spMkLst>
            <pc:docMk/>
            <pc:sldMk cId="3358411322" sldId="276"/>
            <ac:spMk id="218" creationId="{CC5D688A-1176-BCCA-01D6-AEFB77F049A4}"/>
          </ac:spMkLst>
        </pc:spChg>
        <pc:spChg chg="mod">
          <ac:chgData name="Fu, Jingchen" userId="8944e6ea-3e1d-470c-9386-aa1916d2886a" providerId="ADAL" clId="{ED043583-CFDA-4822-9685-4F8A72AC675D}" dt="2026-08-13T08:49:10.120" v="44541"/>
          <ac:spMkLst>
            <pc:docMk/>
            <pc:sldMk cId="3358411322" sldId="276"/>
            <ac:spMk id="219" creationId="{EAA99502-3BB0-B0DB-E5DA-49B06A0F2553}"/>
          </ac:spMkLst>
        </pc:spChg>
        <pc:spChg chg="mod ord">
          <ac:chgData name="Fu, Jingchen" userId="8944e6ea-3e1d-470c-9386-aa1916d2886a" providerId="ADAL" clId="{ED043583-CFDA-4822-9685-4F8A72AC675D}" dt="2026-08-13T08:49:10.125" v="44582"/>
          <ac:spMkLst>
            <pc:docMk/>
            <pc:sldMk cId="3358411322" sldId="276"/>
            <ac:spMk id="276" creationId="{BF38A34F-C24F-D64D-B193-47B20155C79A}"/>
          </ac:spMkLst>
        </pc:spChg>
        <pc:spChg chg="mod ord">
          <ac:chgData name="Fu, Jingchen" userId="8944e6ea-3e1d-470c-9386-aa1916d2886a" providerId="ADAL" clId="{ED043583-CFDA-4822-9685-4F8A72AC675D}" dt="2026-08-13T08:49:10.125" v="44584"/>
          <ac:spMkLst>
            <pc:docMk/>
            <pc:sldMk cId="3358411322" sldId="276"/>
            <ac:spMk id="278" creationId="{434270CD-4D6E-F709-849E-7C2C169E6098}"/>
          </ac:spMkLst>
        </pc:spChg>
        <pc:spChg chg="mod ord">
          <ac:chgData name="Fu, Jingchen" userId="8944e6ea-3e1d-470c-9386-aa1916d2886a" providerId="ADAL" clId="{ED043583-CFDA-4822-9685-4F8A72AC675D}" dt="2026-08-13T08:49:10.125" v="44566"/>
          <ac:spMkLst>
            <pc:docMk/>
            <pc:sldMk cId="3358411322" sldId="276"/>
            <ac:spMk id="285" creationId="{C3059B33-E761-8372-47AD-6538D9EAA9B2}"/>
          </ac:spMkLst>
        </pc:spChg>
        <pc:spChg chg="mod ord">
          <ac:chgData name="Fu, Jingchen" userId="8944e6ea-3e1d-470c-9386-aa1916d2886a" providerId="ADAL" clId="{ED043583-CFDA-4822-9685-4F8A72AC675D}" dt="2026-08-13T08:49:10.125" v="44568"/>
          <ac:spMkLst>
            <pc:docMk/>
            <pc:sldMk cId="3358411322" sldId="276"/>
            <ac:spMk id="286" creationId="{F14D6348-448D-E1FF-17DC-5934AA2C7E51}"/>
          </ac:spMkLst>
        </pc:spChg>
        <pc:spChg chg="mod ord">
          <ac:chgData name="Fu, Jingchen" userId="8944e6ea-3e1d-470c-9386-aa1916d2886a" providerId="ADAL" clId="{ED043583-CFDA-4822-9685-4F8A72AC675D}" dt="2026-08-13T08:49:10.125" v="44570"/>
          <ac:spMkLst>
            <pc:docMk/>
            <pc:sldMk cId="3358411322" sldId="276"/>
            <ac:spMk id="288" creationId="{E719350D-CD67-83DF-ABA3-664607F1EB6C}"/>
          </ac:spMkLst>
        </pc:spChg>
        <pc:spChg chg="mod ord">
          <ac:chgData name="Fu, Jingchen" userId="8944e6ea-3e1d-470c-9386-aa1916d2886a" providerId="ADAL" clId="{ED043583-CFDA-4822-9685-4F8A72AC675D}" dt="2026-08-13T08:49:10.125" v="44572"/>
          <ac:spMkLst>
            <pc:docMk/>
            <pc:sldMk cId="3358411322" sldId="276"/>
            <ac:spMk id="289" creationId="{A86CB8AF-D851-B52A-32F2-3557BC0F918B}"/>
          </ac:spMkLst>
        </pc:spChg>
        <pc:spChg chg="mod ord">
          <ac:chgData name="Fu, Jingchen" userId="8944e6ea-3e1d-470c-9386-aa1916d2886a" providerId="ADAL" clId="{ED043583-CFDA-4822-9685-4F8A72AC675D}" dt="2026-08-13T08:49:10.125" v="44574"/>
          <ac:spMkLst>
            <pc:docMk/>
            <pc:sldMk cId="3358411322" sldId="276"/>
            <ac:spMk id="290" creationId="{22FBFF52-D588-B4D4-95DC-21A3AA5402C0}"/>
          </ac:spMkLst>
        </pc:spChg>
        <pc:graphicFrameChg chg="mod">
          <ac:chgData name="Fu, Jingchen" userId="8944e6ea-3e1d-470c-9386-aa1916d2886a" providerId="ADAL" clId="{ED043583-CFDA-4822-9685-4F8A72AC675D}" dt="2026-08-13T08:49:10.132" v="44608"/>
          <ac:graphicFrameMkLst>
            <pc:docMk/>
            <pc:sldMk cId="3358411322" sldId="276"/>
            <ac:graphicFrameMk id="5" creationId="{2C9A11B1-6424-7129-F2B2-C0494361B8A0}"/>
          </ac:graphicFrameMkLst>
        </pc:graphicFrameChg>
        <pc:graphicFrameChg chg="mod ord modGraphic">
          <ac:chgData name="Fu, Jingchen" userId="8944e6ea-3e1d-470c-9386-aa1916d2886a" providerId="ADAL" clId="{ED043583-CFDA-4822-9685-4F8A72AC675D}" dt="2026-08-13T08:57:43.262" v="44637" actId="20577"/>
          <ac:graphicFrameMkLst>
            <pc:docMk/>
            <pc:sldMk cId="3358411322" sldId="276"/>
            <ac:graphicFrameMk id="7" creationId="{F255C6C4-31B6-1C0D-F235-F452E8273C12}"/>
          </ac:graphicFrameMkLst>
        </pc:graphicFrameChg>
        <pc:graphicFrameChg chg="add mod ord">
          <ac:chgData name="Fu, Jingchen" userId="8944e6ea-3e1d-470c-9386-aa1916d2886a" providerId="ADAL" clId="{ED043583-CFDA-4822-9685-4F8A72AC675D}" dt="2026-08-13T08:49:10.108" v="44494"/>
          <ac:graphicFrameMkLst>
            <pc:docMk/>
            <pc:sldMk cId="3358411322" sldId="276"/>
            <ac:graphicFrameMk id="24" creationId="{63745D48-C744-BC8D-933D-16BD60B62AF8}"/>
          </ac:graphicFrameMkLst>
        </pc:graphicFrameChg>
        <pc:graphicFrameChg chg="mod ord modGraphic">
          <ac:chgData name="Fu, Jingchen" userId="8944e6ea-3e1d-470c-9386-aa1916d2886a" providerId="ADAL" clId="{ED043583-CFDA-4822-9685-4F8A72AC675D}" dt="2026-08-13T08:49:10.108" v="44492"/>
          <ac:graphicFrameMkLst>
            <pc:docMk/>
            <pc:sldMk cId="3358411322" sldId="276"/>
            <ac:graphicFrameMk id="292" creationId="{303AC30C-F934-1333-1D92-B27BD285D4CF}"/>
          </ac:graphicFrameMkLst>
        </pc:graphicFrameChg>
        <pc:cxnChg chg="add mod ord">
          <ac:chgData name="Fu, Jingchen" userId="8944e6ea-3e1d-470c-9386-aa1916d2886a" providerId="ADAL" clId="{ED043583-CFDA-4822-9685-4F8A72AC675D}" dt="2026-08-13T08:49:10.110" v="44498"/>
          <ac:cxnSpMkLst>
            <pc:docMk/>
            <pc:sldMk cId="3358411322" sldId="276"/>
            <ac:cxnSpMk id="37" creationId="{953DCC11-850A-3CE8-1451-415AACA9D36E}"/>
          </ac:cxnSpMkLst>
        </pc:cxnChg>
        <pc:cxnChg chg="add mod ord">
          <ac:chgData name="Fu, Jingchen" userId="8944e6ea-3e1d-470c-9386-aa1916d2886a" providerId="ADAL" clId="{ED043583-CFDA-4822-9685-4F8A72AC675D}" dt="2026-08-13T08:49:10.108" v="44496"/>
          <ac:cxnSpMkLst>
            <pc:docMk/>
            <pc:sldMk cId="3358411322" sldId="276"/>
            <ac:cxnSpMk id="41" creationId="{7316E412-16C2-3981-3C64-E879A17988FC}"/>
          </ac:cxnSpMkLst>
        </pc:cxnChg>
        <pc:cxnChg chg="mod ord">
          <ac:chgData name="Fu, Jingchen" userId="8944e6ea-3e1d-470c-9386-aa1916d2886a" providerId="ADAL" clId="{ED043583-CFDA-4822-9685-4F8A72AC675D}" dt="2026-08-13T08:49:10.110" v="44500"/>
          <ac:cxnSpMkLst>
            <pc:docMk/>
            <pc:sldMk cId="3358411322" sldId="276"/>
            <ac:cxnSpMk id="221" creationId="{72B6C564-7F1C-2A34-5AC5-45CF81B93D3F}"/>
          </ac:cxnSpMkLst>
        </pc:cxnChg>
        <pc:cxnChg chg="mod ord">
          <ac:chgData name="Fu, Jingchen" userId="8944e6ea-3e1d-470c-9386-aa1916d2886a" providerId="ADAL" clId="{ED043583-CFDA-4822-9685-4F8A72AC675D}" dt="2026-08-13T08:49:10.110" v="44502"/>
          <ac:cxnSpMkLst>
            <pc:docMk/>
            <pc:sldMk cId="3358411322" sldId="276"/>
            <ac:cxnSpMk id="222" creationId="{29DD55A3-5EFB-3486-B434-BB29FE228CBD}"/>
          </ac:cxnSpMkLst>
        </pc:cxnChg>
        <pc:cxnChg chg="mod ord">
          <ac:chgData name="Fu, Jingchen" userId="8944e6ea-3e1d-470c-9386-aa1916d2886a" providerId="ADAL" clId="{ED043583-CFDA-4822-9685-4F8A72AC675D}" dt="2026-08-13T08:49:10.120" v="44546"/>
          <ac:cxnSpMkLst>
            <pc:docMk/>
            <pc:sldMk cId="3358411322" sldId="276"/>
            <ac:cxnSpMk id="247" creationId="{C7161449-08E2-EC96-7AFB-A9D6F846FA8B}"/>
          </ac:cxnSpMkLst>
        </pc:cxnChg>
        <pc:cxnChg chg="mod ord">
          <ac:chgData name="Fu, Jingchen" userId="8944e6ea-3e1d-470c-9386-aa1916d2886a" providerId="ADAL" clId="{ED043583-CFDA-4822-9685-4F8A72AC675D}" dt="2026-08-13T08:49:10.120" v="44548"/>
          <ac:cxnSpMkLst>
            <pc:docMk/>
            <pc:sldMk cId="3358411322" sldId="276"/>
            <ac:cxnSpMk id="250" creationId="{460E10E5-34B5-525A-ADEC-24EA0F1610D9}"/>
          </ac:cxnSpMkLst>
        </pc:cxnChg>
        <pc:cxnChg chg="mod ord">
          <ac:chgData name="Fu, Jingchen" userId="8944e6ea-3e1d-470c-9386-aa1916d2886a" providerId="ADAL" clId="{ED043583-CFDA-4822-9685-4F8A72AC675D}" dt="2026-08-13T08:49:10.120" v="44550"/>
          <ac:cxnSpMkLst>
            <pc:docMk/>
            <pc:sldMk cId="3358411322" sldId="276"/>
            <ac:cxnSpMk id="259" creationId="{D604C99F-F25E-22C5-8504-33E7451BBE76}"/>
          </ac:cxnSpMkLst>
        </pc:cxnChg>
        <pc:cxnChg chg="mod ord">
          <ac:chgData name="Fu, Jingchen" userId="8944e6ea-3e1d-470c-9386-aa1916d2886a" providerId="ADAL" clId="{ED043583-CFDA-4822-9685-4F8A72AC675D}" dt="2026-08-13T08:49:10.120" v="44552"/>
          <ac:cxnSpMkLst>
            <pc:docMk/>
            <pc:sldMk cId="3358411322" sldId="276"/>
            <ac:cxnSpMk id="260" creationId="{DF826433-BB38-FC69-DE0C-AE75A3F51AAC}"/>
          </ac:cxnSpMkLst>
        </pc:cxnChg>
        <pc:cxnChg chg="mod ord">
          <ac:chgData name="Fu, Jingchen" userId="8944e6ea-3e1d-470c-9386-aa1916d2886a" providerId="ADAL" clId="{ED043583-CFDA-4822-9685-4F8A72AC675D}" dt="2026-08-13T08:49:10.120" v="44554"/>
          <ac:cxnSpMkLst>
            <pc:docMk/>
            <pc:sldMk cId="3358411322" sldId="276"/>
            <ac:cxnSpMk id="261" creationId="{32FA5E5C-FA6C-E511-DFE7-CCE82BC602A2}"/>
          </ac:cxnSpMkLst>
        </pc:cxnChg>
        <pc:cxnChg chg="mod ord">
          <ac:chgData name="Fu, Jingchen" userId="8944e6ea-3e1d-470c-9386-aa1916d2886a" providerId="ADAL" clId="{ED043583-CFDA-4822-9685-4F8A72AC675D}" dt="2026-08-13T08:49:10.120" v="44556"/>
          <ac:cxnSpMkLst>
            <pc:docMk/>
            <pc:sldMk cId="3358411322" sldId="276"/>
            <ac:cxnSpMk id="262" creationId="{68A46A91-E3BD-2620-F92F-08914874FBCD}"/>
          </ac:cxnSpMkLst>
        </pc:cxnChg>
        <pc:cxnChg chg="mod ord">
          <ac:chgData name="Fu, Jingchen" userId="8944e6ea-3e1d-470c-9386-aa1916d2886a" providerId="ADAL" clId="{ED043583-CFDA-4822-9685-4F8A72AC675D}" dt="2026-08-13T08:49:10.120" v="44558"/>
          <ac:cxnSpMkLst>
            <pc:docMk/>
            <pc:sldMk cId="3358411322" sldId="276"/>
            <ac:cxnSpMk id="264" creationId="{1C4C055E-0E15-DF12-5B1B-93716518A051}"/>
          </ac:cxnSpMkLst>
        </pc:cxnChg>
        <pc:cxnChg chg="mod ord">
          <ac:chgData name="Fu, Jingchen" userId="8944e6ea-3e1d-470c-9386-aa1916d2886a" providerId="ADAL" clId="{ED043583-CFDA-4822-9685-4F8A72AC675D}" dt="2026-08-13T08:49:10.125" v="44560"/>
          <ac:cxnSpMkLst>
            <pc:docMk/>
            <pc:sldMk cId="3358411322" sldId="276"/>
            <ac:cxnSpMk id="268" creationId="{808A3895-9ED5-B649-E9AF-A700AF275096}"/>
          </ac:cxnSpMkLst>
        </pc:cxnChg>
        <pc:cxnChg chg="mod ord">
          <ac:chgData name="Fu, Jingchen" userId="8944e6ea-3e1d-470c-9386-aa1916d2886a" providerId="ADAL" clId="{ED043583-CFDA-4822-9685-4F8A72AC675D}" dt="2026-08-13T08:49:10.125" v="44562"/>
          <ac:cxnSpMkLst>
            <pc:docMk/>
            <pc:sldMk cId="3358411322" sldId="276"/>
            <ac:cxnSpMk id="272" creationId="{8E308883-640C-C793-1A55-AB6738EB29BA}"/>
          </ac:cxnSpMkLst>
        </pc:cxnChg>
        <pc:cxnChg chg="mod ord">
          <ac:chgData name="Fu, Jingchen" userId="8944e6ea-3e1d-470c-9386-aa1916d2886a" providerId="ADAL" clId="{ED043583-CFDA-4822-9685-4F8A72AC675D}" dt="2026-08-13T08:49:10.125" v="44564"/>
          <ac:cxnSpMkLst>
            <pc:docMk/>
            <pc:sldMk cId="3358411322" sldId="276"/>
            <ac:cxnSpMk id="274" creationId="{9F415B3C-E141-DE09-AA76-F0F30195E39C}"/>
          </ac:cxnSpMkLst>
        </pc:cxnChg>
      </pc:sldChg>
      <pc:sldChg chg="delSp modSp mod modCm modNotesTx">
        <pc:chgData name="Fu, Jingchen" userId="8944e6ea-3e1d-470c-9386-aa1916d2886a" providerId="ADAL" clId="{ED043583-CFDA-4822-9685-4F8A72AC675D}" dt="2026-08-12T10:42:54.515" v="43606" actId="13926"/>
        <pc:sldMkLst>
          <pc:docMk/>
          <pc:sldMk cId="2086540380" sldId="278"/>
        </pc:sldMkLst>
        <pc:spChg chg="mod">
          <ac:chgData name="Fu, Jingchen" userId="8944e6ea-3e1d-470c-9386-aa1916d2886a" providerId="ADAL" clId="{ED043583-CFDA-4822-9685-4F8A72AC675D}" dt="2026-08-11T03:31:37.534" v="38323" actId="1036"/>
          <ac:spMkLst>
            <pc:docMk/>
            <pc:sldMk cId="2086540380" sldId="278"/>
            <ac:spMk id="3" creationId="{30CFB15F-C0BF-0AC1-9530-B3F8EAB24D8E}"/>
          </ac:spMkLst>
        </pc:spChg>
        <pc:spChg chg="mod">
          <ac:chgData name="Fu, Jingchen" userId="8944e6ea-3e1d-470c-9386-aa1916d2886a" providerId="ADAL" clId="{ED043583-CFDA-4822-9685-4F8A72AC675D}" dt="2026-08-11T02:53:52.493" v="36363" actId="1035"/>
          <ac:spMkLst>
            <pc:docMk/>
            <pc:sldMk cId="2086540380" sldId="278"/>
            <ac:spMk id="4" creationId="{72293AFB-4DC2-E7DC-A1F2-EF6E5F5EC957}"/>
          </ac:spMkLst>
        </pc:spChg>
        <pc:spChg chg="mod">
          <ac:chgData name="Fu, Jingchen" userId="8944e6ea-3e1d-470c-9386-aa1916d2886a" providerId="ADAL" clId="{ED043583-CFDA-4822-9685-4F8A72AC675D}" dt="2026-08-12T06:12:51.923" v="43256" actId="1035"/>
          <ac:spMkLst>
            <pc:docMk/>
            <pc:sldMk cId="2086540380" sldId="278"/>
            <ac:spMk id="7" creationId="{354CE23A-B984-976B-E1B9-4FECC8A72A42}"/>
          </ac:spMkLst>
        </pc:spChg>
        <pc:spChg chg="mod">
          <ac:chgData name="Fu, Jingchen" userId="8944e6ea-3e1d-470c-9386-aa1916d2886a" providerId="ADAL" clId="{ED043583-CFDA-4822-9685-4F8A72AC675D}" dt="2026-08-12T10:33:10.370" v="43507" actId="20577"/>
          <ac:spMkLst>
            <pc:docMk/>
            <pc:sldMk cId="2086540380" sldId="278"/>
            <ac:spMk id="54" creationId="{05C6EC6A-436C-04DA-ED61-147F7B5277C4}"/>
          </ac:spMkLst>
        </pc:spChg>
        <pc:graphicFrameChg chg="mod modGraphic">
          <ac:chgData name="Fu, Jingchen" userId="8944e6ea-3e1d-470c-9386-aa1916d2886a" providerId="ADAL" clId="{ED043583-CFDA-4822-9685-4F8A72AC675D}" dt="2026-08-12T06:14:17.018" v="43267" actId="14734"/>
          <ac:graphicFrameMkLst>
            <pc:docMk/>
            <pc:sldMk cId="2086540380" sldId="278"/>
            <ac:graphicFrameMk id="8" creationId="{2BC88ED3-0CF7-5D14-C5E2-081DD7B04CF0}"/>
          </ac:graphicFrameMkLst>
        </pc:graphicFrameChg>
        <pc:graphicFrameChg chg="mod modGraphic">
          <ac:chgData name="Fu, Jingchen" userId="8944e6ea-3e1d-470c-9386-aa1916d2886a" providerId="ADAL" clId="{ED043583-CFDA-4822-9685-4F8A72AC675D}" dt="2026-08-12T10:42:54.515" v="43606" actId="13926"/>
          <ac:graphicFrameMkLst>
            <pc:docMk/>
            <pc:sldMk cId="2086540380" sldId="278"/>
            <ac:graphicFrameMk id="34" creationId="{AC9A662F-2E4A-5AE7-CC20-1306CC927317}"/>
          </ac:graphicFrameMkLst>
        </pc:graphicFrameChg>
        <pc:graphicFrameChg chg="mod modGraphic">
          <ac:chgData name="Fu, Jingchen" userId="8944e6ea-3e1d-470c-9386-aa1916d2886a" providerId="ADAL" clId="{ED043583-CFDA-4822-9685-4F8A72AC675D}" dt="2026-08-12T10:41:36.297" v="43605" actId="1036"/>
          <ac:graphicFrameMkLst>
            <pc:docMk/>
            <pc:sldMk cId="2086540380" sldId="278"/>
            <ac:graphicFrameMk id="53" creationId="{5D9564FB-781C-848A-7370-59663BD41E3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1T03:26:10.235" v="38215" actId="20577"/>
              <pc2:cmMkLst xmlns:pc2="http://schemas.microsoft.com/office/powerpoint/2019/9/main/command">
                <pc:docMk/>
                <pc:sldMk cId="2086540380" sldId="278"/>
                <pc2:cmMk id="{5F696801-0C91-4634-821B-582C5A7A6F6C}"/>
              </pc2:cmMkLst>
            </pc226:cmChg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2T10:39:41.832" v="43598" actId="20577"/>
              <pc2:cmMkLst xmlns:pc2="http://schemas.microsoft.com/office/powerpoint/2019/9/main/command">
                <pc:docMk/>
                <pc:sldMk cId="2086540380" sldId="278"/>
                <pc2:cmMk id="{81407526-6B05-4E11-80E7-63115792AFBE}"/>
              </pc2:cmMkLst>
            </pc226:cmChg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2T10:39:41.832" v="43598" actId="20577"/>
              <pc2:cmMkLst xmlns:pc2="http://schemas.microsoft.com/office/powerpoint/2019/9/main/command">
                <pc:docMk/>
                <pc:sldMk cId="2086540380" sldId="278"/>
                <pc2:cmMk id="{F866F0C0-0F4D-49CD-A80D-E57388B14818}"/>
              </pc2:cmMkLst>
            </pc226:cmChg>
          </p:ext>
        </pc:extLst>
      </pc:sldChg>
      <pc:sldChg chg="modSp mod">
        <pc:chgData name="Fu, Jingchen" userId="8944e6ea-3e1d-470c-9386-aa1916d2886a" providerId="ADAL" clId="{ED043583-CFDA-4822-9685-4F8A72AC675D}" dt="2026-08-12T06:11:29.389" v="43241" actId="1038"/>
        <pc:sldMkLst>
          <pc:docMk/>
          <pc:sldMk cId="1980095760" sldId="281"/>
        </pc:sldMkLst>
        <pc:spChg chg="mod">
          <ac:chgData name="Fu, Jingchen" userId="8944e6ea-3e1d-470c-9386-aa1916d2886a" providerId="ADAL" clId="{ED043583-CFDA-4822-9685-4F8A72AC675D}" dt="2026-08-12T06:11:29.389" v="43241" actId="1038"/>
          <ac:spMkLst>
            <pc:docMk/>
            <pc:sldMk cId="1980095760" sldId="281"/>
            <ac:spMk id="17" creationId="{955BA9E5-A418-C7E3-2331-0222653E3DCA}"/>
          </ac:spMkLst>
        </pc:spChg>
        <pc:spChg chg="mod">
          <ac:chgData name="Fu, Jingchen" userId="8944e6ea-3e1d-470c-9386-aa1916d2886a" providerId="ADAL" clId="{ED043583-CFDA-4822-9685-4F8A72AC675D}" dt="2026-08-12T06:11:29.389" v="43241" actId="1038"/>
          <ac:spMkLst>
            <pc:docMk/>
            <pc:sldMk cId="1980095760" sldId="281"/>
            <ac:spMk id="18" creationId="{F23A9E2D-0310-55F7-C493-C469DA7BBA8C}"/>
          </ac:spMkLst>
        </pc:spChg>
        <pc:spChg chg="mod">
          <ac:chgData name="Fu, Jingchen" userId="8944e6ea-3e1d-470c-9386-aa1916d2886a" providerId="ADAL" clId="{ED043583-CFDA-4822-9685-4F8A72AC675D}" dt="2026-08-10T10:16:13.298" v="34804" actId="14100"/>
          <ac:spMkLst>
            <pc:docMk/>
            <pc:sldMk cId="1980095760" sldId="281"/>
            <ac:spMk id="22" creationId="{2CB054C1-CC9D-87CD-E0D0-2E18DF3B76FD}"/>
          </ac:spMkLst>
        </pc:spChg>
        <pc:picChg chg="mod">
          <ac:chgData name="Fu, Jingchen" userId="8944e6ea-3e1d-470c-9386-aa1916d2886a" providerId="ADAL" clId="{ED043583-CFDA-4822-9685-4F8A72AC675D}" dt="2026-08-12T06:11:29.389" v="43241" actId="1038"/>
          <ac:picMkLst>
            <pc:docMk/>
            <pc:sldMk cId="1980095760" sldId="281"/>
            <ac:picMk id="19" creationId="{19C2D20F-8363-A532-DB61-419A5E69A602}"/>
          </ac:picMkLst>
        </pc:picChg>
      </pc:sldChg>
      <pc:sldChg chg="modSp mod modCm">
        <pc:chgData name="Fu, Jingchen" userId="8944e6ea-3e1d-470c-9386-aa1916d2886a" providerId="ADAL" clId="{ED043583-CFDA-4822-9685-4F8A72AC675D}" dt="2026-08-10T10:50:06.736" v="35807" actId="20577"/>
        <pc:sldMkLst>
          <pc:docMk/>
          <pc:sldMk cId="1644393586" sldId="284"/>
        </pc:sldMkLst>
        <pc:graphicFrameChg chg="modGraphic">
          <ac:chgData name="Fu, Jingchen" userId="8944e6ea-3e1d-470c-9386-aa1916d2886a" providerId="ADAL" clId="{ED043583-CFDA-4822-9685-4F8A72AC675D}" dt="2026-08-10T10:50:06.736" v="35807" actId="20577"/>
          <ac:graphicFrameMkLst>
            <pc:docMk/>
            <pc:sldMk cId="1644393586" sldId="284"/>
            <ac:graphicFrameMk id="6" creationId="{8B116A60-FB3D-AD6A-659A-6FDAF8116A8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8944e6ea-3e1d-470c-9386-aa1916d2886a" providerId="ADAL" clId="{ED043583-CFDA-4822-9685-4F8A72AC675D}" dt="2026-08-10T10:28:17.426" v="35247" actId="20577"/>
              <pc2:cmMkLst xmlns:pc2="http://schemas.microsoft.com/office/powerpoint/2019/9/main/command">
                <pc:docMk/>
                <pc:sldMk cId="1644393586" sldId="284"/>
                <pc2:cmMk id="{C2D7EAFC-080C-428F-BBB5-86AE3709996B}"/>
              </pc2:cmMkLst>
            </pc226:cmChg>
          </p:ext>
        </pc:extLst>
      </pc:sldChg>
      <pc:sldChg chg="addSp delSp modSp mod">
        <pc:chgData name="Fu, Jingchen" userId="8944e6ea-3e1d-470c-9386-aa1916d2886a" providerId="ADAL" clId="{ED043583-CFDA-4822-9685-4F8A72AC675D}" dt="2026-08-12T06:17:24.576" v="43311" actId="1036"/>
        <pc:sldMkLst>
          <pc:docMk/>
          <pc:sldMk cId="589850647" sldId="288"/>
        </pc:sldMkLst>
        <pc:spChg chg="mod">
          <ac:chgData name="Fu, Jingchen" userId="8944e6ea-3e1d-470c-9386-aa1916d2886a" providerId="ADAL" clId="{ED043583-CFDA-4822-9685-4F8A72AC675D}" dt="2026-08-07T02:27:06.647" v="27403" actId="1035"/>
          <ac:spMkLst>
            <pc:docMk/>
            <pc:sldMk cId="589850647" sldId="288"/>
            <ac:spMk id="10" creationId="{222ABE78-C85E-9E5B-6742-13547B3AE354}"/>
          </ac:spMkLst>
        </pc:spChg>
        <pc:spChg chg="mod">
          <ac:chgData name="Fu, Jingchen" userId="8944e6ea-3e1d-470c-9386-aa1916d2886a" providerId="ADAL" clId="{ED043583-CFDA-4822-9685-4F8A72AC675D}" dt="2026-08-07T02:41:33.684" v="27765" actId="1036"/>
          <ac:spMkLst>
            <pc:docMk/>
            <pc:sldMk cId="589850647" sldId="288"/>
            <ac:spMk id="11" creationId="{639CF7E3-61AC-9C50-880C-98D1FC72A196}"/>
          </ac:spMkLst>
        </pc:spChg>
        <pc:spChg chg="mod">
          <ac:chgData name="Fu, Jingchen" userId="8944e6ea-3e1d-470c-9386-aa1916d2886a" providerId="ADAL" clId="{ED043583-CFDA-4822-9685-4F8A72AC675D}" dt="2026-08-07T02:41:23.248" v="27756" actId="1036"/>
          <ac:spMkLst>
            <pc:docMk/>
            <pc:sldMk cId="589850647" sldId="288"/>
            <ac:spMk id="12" creationId="{5AF62125-AC16-4183-1DE8-030DD979042A}"/>
          </ac:spMkLst>
        </pc:spChg>
        <pc:spChg chg="add mod">
          <ac:chgData name="Fu, Jingchen" userId="8944e6ea-3e1d-470c-9386-aa1916d2886a" providerId="ADAL" clId="{ED043583-CFDA-4822-9685-4F8A72AC675D}" dt="2026-08-07T02:41:28.829" v="27762" actId="1036"/>
          <ac:spMkLst>
            <pc:docMk/>
            <pc:sldMk cId="589850647" sldId="288"/>
            <ac:spMk id="13" creationId="{5F7072FB-D29D-6CFD-A3E3-4DCD28FDFDE8}"/>
          </ac:spMkLst>
        </pc:spChg>
        <pc:spChg chg="add mod">
          <ac:chgData name="Fu, Jingchen" userId="8944e6ea-3e1d-470c-9386-aa1916d2886a" providerId="ADAL" clId="{ED043583-CFDA-4822-9685-4F8A72AC675D}" dt="2026-08-07T02:27:11.735" v="27416" actId="1036"/>
          <ac:spMkLst>
            <pc:docMk/>
            <pc:sldMk cId="589850647" sldId="288"/>
            <ac:spMk id="15" creationId="{9F9E0560-77ED-8AA5-CE2E-BF4779C61703}"/>
          </ac:spMkLst>
        </pc:spChg>
        <pc:spChg chg="add mod">
          <ac:chgData name="Fu, Jingchen" userId="8944e6ea-3e1d-470c-9386-aa1916d2886a" providerId="ADAL" clId="{ED043583-CFDA-4822-9685-4F8A72AC675D}" dt="2026-08-07T02:27:18.651" v="27428" actId="1036"/>
          <ac:spMkLst>
            <pc:docMk/>
            <pc:sldMk cId="589850647" sldId="288"/>
            <ac:spMk id="16" creationId="{30D4491B-65AC-A9F3-3A2C-8B238AF8B71E}"/>
          </ac:spMkLst>
        </pc:spChg>
        <pc:spChg chg="add mod">
          <ac:chgData name="Fu, Jingchen" userId="8944e6ea-3e1d-470c-9386-aa1916d2886a" providerId="ADAL" clId="{ED043583-CFDA-4822-9685-4F8A72AC675D}" dt="2026-08-07T02:23:50.592" v="27330" actId="1076"/>
          <ac:spMkLst>
            <pc:docMk/>
            <pc:sldMk cId="589850647" sldId="288"/>
            <ac:spMk id="19" creationId="{699002C1-B398-26B0-DFB1-38AEC843BB3D}"/>
          </ac:spMkLst>
        </pc:spChg>
        <pc:spChg chg="add mod">
          <ac:chgData name="Fu, Jingchen" userId="8944e6ea-3e1d-470c-9386-aa1916d2886a" providerId="ADAL" clId="{ED043583-CFDA-4822-9685-4F8A72AC675D}" dt="2026-08-07T02:39:30.056" v="27723" actId="1076"/>
          <ac:spMkLst>
            <pc:docMk/>
            <pc:sldMk cId="589850647" sldId="288"/>
            <ac:spMk id="20" creationId="{22539C7C-CB49-EEB2-0F34-111E6122A296}"/>
          </ac:spMkLst>
        </pc:spChg>
        <pc:spChg chg="add mod">
          <ac:chgData name="Fu, Jingchen" userId="8944e6ea-3e1d-470c-9386-aa1916d2886a" providerId="ADAL" clId="{ED043583-CFDA-4822-9685-4F8A72AC675D}" dt="2026-08-07T02:52:08.700" v="27807" actId="20577"/>
          <ac:spMkLst>
            <pc:docMk/>
            <pc:sldMk cId="589850647" sldId="288"/>
            <ac:spMk id="21" creationId="{5FD3FBD5-8296-5E3B-CCD6-CB67B28D67B9}"/>
          </ac:spMkLst>
        </pc:spChg>
        <pc:spChg chg="add mod">
          <ac:chgData name="Fu, Jingchen" userId="8944e6ea-3e1d-470c-9386-aa1916d2886a" providerId="ADAL" clId="{ED043583-CFDA-4822-9685-4F8A72AC675D}" dt="2026-08-07T02:44:16.433" v="27805" actId="1036"/>
          <ac:spMkLst>
            <pc:docMk/>
            <pc:sldMk cId="589850647" sldId="288"/>
            <ac:spMk id="22" creationId="{BDAFB423-FB62-131D-698D-258EB5FACCC6}"/>
          </ac:spMkLst>
        </pc:spChg>
        <pc:spChg chg="add mod">
          <ac:chgData name="Fu, Jingchen" userId="8944e6ea-3e1d-470c-9386-aa1916d2886a" providerId="ADAL" clId="{ED043583-CFDA-4822-9685-4F8A72AC675D}" dt="2026-08-07T02:44:16.433" v="27805" actId="1036"/>
          <ac:spMkLst>
            <pc:docMk/>
            <pc:sldMk cId="589850647" sldId="288"/>
            <ac:spMk id="23" creationId="{ED450B4A-B56B-0193-4E27-4732B01144F5}"/>
          </ac:spMkLst>
        </pc:spChg>
        <pc:spChg chg="add mod">
          <ac:chgData name="Fu, Jingchen" userId="8944e6ea-3e1d-470c-9386-aa1916d2886a" providerId="ADAL" clId="{ED043583-CFDA-4822-9685-4F8A72AC675D}" dt="2026-08-07T02:38:35.251" v="27716" actId="554"/>
          <ac:spMkLst>
            <pc:docMk/>
            <pc:sldMk cId="589850647" sldId="288"/>
            <ac:spMk id="24" creationId="{8EE7BAA6-E522-5697-3DA4-A267C2BDA777}"/>
          </ac:spMkLst>
        </pc:spChg>
        <pc:spChg chg="add mod">
          <ac:chgData name="Fu, Jingchen" userId="8944e6ea-3e1d-470c-9386-aa1916d2886a" providerId="ADAL" clId="{ED043583-CFDA-4822-9685-4F8A72AC675D}" dt="2026-08-07T02:38:35.251" v="27716" actId="554"/>
          <ac:spMkLst>
            <pc:docMk/>
            <pc:sldMk cId="589850647" sldId="288"/>
            <ac:spMk id="25" creationId="{0B320693-C2DA-902B-B4C9-FFD74E92567F}"/>
          </ac:spMkLst>
        </pc:spChg>
        <pc:spChg chg="add mod">
          <ac:chgData name="Fu, Jingchen" userId="8944e6ea-3e1d-470c-9386-aa1916d2886a" providerId="ADAL" clId="{ED043583-CFDA-4822-9685-4F8A72AC675D}" dt="2026-08-07T05:27:08.218" v="27941" actId="1038"/>
          <ac:spMkLst>
            <pc:docMk/>
            <pc:sldMk cId="589850647" sldId="288"/>
            <ac:spMk id="26" creationId="{D22E2AAD-975F-A563-4D9B-136EE692F4B3}"/>
          </ac:spMkLst>
        </pc:spChg>
        <pc:spChg chg="add mod">
          <ac:chgData name="Fu, Jingchen" userId="8944e6ea-3e1d-470c-9386-aa1916d2886a" providerId="ADAL" clId="{ED043583-CFDA-4822-9685-4F8A72AC675D}" dt="2026-08-07T05:27:22.768" v="27945" actId="1038"/>
          <ac:spMkLst>
            <pc:docMk/>
            <pc:sldMk cId="589850647" sldId="288"/>
            <ac:spMk id="27" creationId="{3F2D7EFD-D44D-605F-F1E9-2AAFD0E49552}"/>
          </ac:spMkLst>
        </pc:spChg>
        <pc:spChg chg="add mod">
          <ac:chgData name="Fu, Jingchen" userId="8944e6ea-3e1d-470c-9386-aa1916d2886a" providerId="ADAL" clId="{ED043583-CFDA-4822-9685-4F8A72AC675D}" dt="2026-08-07T02:37:01.709" v="27689" actId="1076"/>
          <ac:spMkLst>
            <pc:docMk/>
            <pc:sldMk cId="589850647" sldId="288"/>
            <ac:spMk id="28" creationId="{224BECF0-AA85-3702-3414-DB31BAEFAE47}"/>
          </ac:spMkLst>
        </pc:spChg>
        <pc:spChg chg="add mod">
          <ac:chgData name="Fu, Jingchen" userId="8944e6ea-3e1d-470c-9386-aa1916d2886a" providerId="ADAL" clId="{ED043583-CFDA-4822-9685-4F8A72AC675D}" dt="2026-08-07T02:44:05.302" v="27802" actId="554"/>
          <ac:spMkLst>
            <pc:docMk/>
            <pc:sldMk cId="589850647" sldId="288"/>
            <ac:spMk id="29" creationId="{F09EF955-9731-A5F8-21F1-680AD9B44362}"/>
          </ac:spMkLst>
        </pc:spChg>
        <pc:spChg chg="add mod">
          <ac:chgData name="Fu, Jingchen" userId="8944e6ea-3e1d-470c-9386-aa1916d2886a" providerId="ADAL" clId="{ED043583-CFDA-4822-9685-4F8A72AC675D}" dt="2026-08-07T02:43:36.248" v="27794" actId="465"/>
          <ac:spMkLst>
            <pc:docMk/>
            <pc:sldMk cId="589850647" sldId="288"/>
            <ac:spMk id="30" creationId="{D73FAC08-14EC-B589-268B-F9E24D5B950B}"/>
          </ac:spMkLst>
        </pc:spChg>
        <pc:spChg chg="add mod">
          <ac:chgData name="Fu, Jingchen" userId="8944e6ea-3e1d-470c-9386-aa1916d2886a" providerId="ADAL" clId="{ED043583-CFDA-4822-9685-4F8A72AC675D}" dt="2026-08-07T02:43:17.739" v="27788" actId="465"/>
          <ac:spMkLst>
            <pc:docMk/>
            <pc:sldMk cId="589850647" sldId="288"/>
            <ac:spMk id="31" creationId="{805FAF0C-4A9E-05DA-065E-ABC3ECC0CF9F}"/>
          </ac:spMkLst>
        </pc:spChg>
        <pc:spChg chg="add mod">
          <ac:chgData name="Fu, Jingchen" userId="8944e6ea-3e1d-470c-9386-aa1916d2886a" providerId="ADAL" clId="{ED043583-CFDA-4822-9685-4F8A72AC675D}" dt="2026-08-07T02:43:23.766" v="27793" actId="1036"/>
          <ac:spMkLst>
            <pc:docMk/>
            <pc:sldMk cId="589850647" sldId="288"/>
            <ac:spMk id="32" creationId="{14F4C731-1D4C-7F9A-CA04-19DC01BFEB45}"/>
          </ac:spMkLst>
        </pc:spChg>
        <pc:spChg chg="add mod">
          <ac:chgData name="Fu, Jingchen" userId="8944e6ea-3e1d-470c-9386-aa1916d2886a" providerId="ADAL" clId="{ED043583-CFDA-4822-9685-4F8A72AC675D}" dt="2026-08-12T06:17:24.576" v="43311" actId="1036"/>
          <ac:spMkLst>
            <pc:docMk/>
            <pc:sldMk cId="589850647" sldId="288"/>
            <ac:spMk id="33" creationId="{9796CDA5-75DB-7627-FA6F-E70B00ADDE95}"/>
          </ac:spMkLst>
        </pc:spChg>
        <pc:spChg chg="add mod">
          <ac:chgData name="Fu, Jingchen" userId="8944e6ea-3e1d-470c-9386-aa1916d2886a" providerId="ADAL" clId="{ED043583-CFDA-4822-9685-4F8A72AC675D}" dt="2026-08-07T02:27:22.354" v="27441" actId="1036"/>
          <ac:spMkLst>
            <pc:docMk/>
            <pc:sldMk cId="589850647" sldId="288"/>
            <ac:spMk id="37" creationId="{CF8F7A2A-2F71-1B4D-F081-47F6D64FB6EE}"/>
          </ac:spMkLst>
        </pc:spChg>
        <pc:spChg chg="add mod">
          <ac:chgData name="Fu, Jingchen" userId="8944e6ea-3e1d-470c-9386-aa1916d2886a" providerId="ADAL" clId="{ED043583-CFDA-4822-9685-4F8A72AC675D}" dt="2026-08-07T02:26:52.902" v="27375" actId="465"/>
          <ac:spMkLst>
            <pc:docMk/>
            <pc:sldMk cId="589850647" sldId="288"/>
            <ac:spMk id="38" creationId="{1AC0BD2B-C844-6C73-6106-2CB348C3B5C6}"/>
          </ac:spMkLst>
        </pc:spChg>
        <pc:spChg chg="add mod">
          <ac:chgData name="Fu, Jingchen" userId="8944e6ea-3e1d-470c-9386-aa1916d2886a" providerId="ADAL" clId="{ED043583-CFDA-4822-9685-4F8A72AC675D}" dt="2026-08-07T02:40:30.618" v="27735" actId="1035"/>
          <ac:spMkLst>
            <pc:docMk/>
            <pc:sldMk cId="589850647" sldId="288"/>
            <ac:spMk id="39" creationId="{D92F39CC-AA38-021C-E9E3-EAA01770F02E}"/>
          </ac:spMkLst>
        </pc:spChg>
        <pc:spChg chg="add mod">
          <ac:chgData name="Fu, Jingchen" userId="8944e6ea-3e1d-470c-9386-aa1916d2886a" providerId="ADAL" clId="{ED043583-CFDA-4822-9685-4F8A72AC675D}" dt="2026-08-07T02:41:26.062" v="27759" actId="1036"/>
          <ac:spMkLst>
            <pc:docMk/>
            <pc:sldMk cId="589850647" sldId="288"/>
            <ac:spMk id="40" creationId="{354A9161-CA35-792D-C36D-23F202B7C097}"/>
          </ac:spMkLst>
        </pc:spChg>
        <pc:spChg chg="add mod">
          <ac:chgData name="Fu, Jingchen" userId="8944e6ea-3e1d-470c-9386-aa1916d2886a" providerId="ADAL" clId="{ED043583-CFDA-4822-9685-4F8A72AC675D}" dt="2026-08-07T02:27:33.704" v="27445" actId="1076"/>
          <ac:spMkLst>
            <pc:docMk/>
            <pc:sldMk cId="589850647" sldId="288"/>
            <ac:spMk id="41" creationId="{E4F822BA-27A6-A696-14D1-2BC4F2052883}"/>
          </ac:spMkLst>
        </pc:spChg>
        <pc:spChg chg="add mod">
          <ac:chgData name="Fu, Jingchen" userId="8944e6ea-3e1d-470c-9386-aa1916d2886a" providerId="ADAL" clId="{ED043583-CFDA-4822-9685-4F8A72AC675D}" dt="2026-08-07T02:27:38.601" v="27447" actId="1076"/>
          <ac:spMkLst>
            <pc:docMk/>
            <pc:sldMk cId="589850647" sldId="288"/>
            <ac:spMk id="42" creationId="{DCF1CAEC-B850-6FDD-3514-05F55D906A55}"/>
          </ac:spMkLst>
        </pc:spChg>
        <pc:spChg chg="add mod">
          <ac:chgData name="Fu, Jingchen" userId="8944e6ea-3e1d-470c-9386-aa1916d2886a" providerId="ADAL" clId="{ED043583-CFDA-4822-9685-4F8A72AC675D}" dt="2026-08-07T02:27:44.811" v="27449" actId="1076"/>
          <ac:spMkLst>
            <pc:docMk/>
            <pc:sldMk cId="589850647" sldId="288"/>
            <ac:spMk id="43" creationId="{1A1DC6E2-0997-E8D3-905F-721F57F6DEA5}"/>
          </ac:spMkLst>
        </pc:spChg>
        <pc:spChg chg="add mod">
          <ac:chgData name="Fu, Jingchen" userId="8944e6ea-3e1d-470c-9386-aa1916d2886a" providerId="ADAL" clId="{ED043583-CFDA-4822-9685-4F8A72AC675D}" dt="2026-08-07T02:27:49.935" v="27451" actId="1076"/>
          <ac:spMkLst>
            <pc:docMk/>
            <pc:sldMk cId="589850647" sldId="288"/>
            <ac:spMk id="44" creationId="{650F4CB8-B06E-FA42-AF91-DB266082E3CD}"/>
          </ac:spMkLst>
        </pc:spChg>
        <pc:spChg chg="add mod">
          <ac:chgData name="Fu, Jingchen" userId="8944e6ea-3e1d-470c-9386-aa1916d2886a" providerId="ADAL" clId="{ED043583-CFDA-4822-9685-4F8A72AC675D}" dt="2026-08-07T02:40:45.963" v="27738" actId="1076"/>
          <ac:spMkLst>
            <pc:docMk/>
            <pc:sldMk cId="589850647" sldId="288"/>
            <ac:spMk id="45" creationId="{6CF18DB5-0716-2E1C-52E1-1D119EA39FAD}"/>
          </ac:spMkLst>
        </pc:spChg>
        <pc:spChg chg="add mod">
          <ac:chgData name="Fu, Jingchen" userId="8944e6ea-3e1d-470c-9386-aa1916d2886a" providerId="ADAL" clId="{ED043583-CFDA-4822-9685-4F8A72AC675D}" dt="2026-08-07T02:39:37.040" v="27724" actId="554"/>
          <ac:spMkLst>
            <pc:docMk/>
            <pc:sldMk cId="589850647" sldId="288"/>
            <ac:spMk id="52" creationId="{59C537E1-EC1D-E6CA-58FA-77DB324A5D21}"/>
          </ac:spMkLst>
        </pc:spChg>
        <pc:spChg chg="add mod">
          <ac:chgData name="Fu, Jingchen" userId="8944e6ea-3e1d-470c-9386-aa1916d2886a" providerId="ADAL" clId="{ED043583-CFDA-4822-9685-4F8A72AC675D}" dt="2026-08-07T02:42:42.990" v="27775" actId="1037"/>
          <ac:spMkLst>
            <pc:docMk/>
            <pc:sldMk cId="589850647" sldId="288"/>
            <ac:spMk id="53" creationId="{037FB9EE-DA57-AAB5-94B1-756DDC56E675}"/>
          </ac:spMkLst>
        </pc:spChg>
        <pc:spChg chg="add mod">
          <ac:chgData name="Fu, Jingchen" userId="8944e6ea-3e1d-470c-9386-aa1916d2886a" providerId="ADAL" clId="{ED043583-CFDA-4822-9685-4F8A72AC675D}" dt="2026-08-07T02:39:51.339" v="27725" actId="552"/>
          <ac:spMkLst>
            <pc:docMk/>
            <pc:sldMk cId="589850647" sldId="288"/>
            <ac:spMk id="66" creationId="{FE4535C6-734A-7C2C-B9E2-448AB6EA3517}"/>
          </ac:spMkLst>
        </pc:spChg>
        <pc:spChg chg="add mod">
          <ac:chgData name="Fu, Jingchen" userId="8944e6ea-3e1d-470c-9386-aa1916d2886a" providerId="ADAL" clId="{ED043583-CFDA-4822-9685-4F8A72AC675D}" dt="2026-08-07T02:43:39.903" v="27799" actId="1036"/>
          <ac:spMkLst>
            <pc:docMk/>
            <pc:sldMk cId="589850647" sldId="288"/>
            <ac:spMk id="68" creationId="{0E294B7B-8805-D2AB-A244-41997E85ED06}"/>
          </ac:spMkLst>
        </pc:spChg>
        <pc:spChg chg="add mod">
          <ac:chgData name="Fu, Jingchen" userId="8944e6ea-3e1d-470c-9386-aa1916d2886a" providerId="ADAL" clId="{ED043583-CFDA-4822-9685-4F8A72AC675D}" dt="2026-08-07T02:39:51.339" v="27725" actId="552"/>
          <ac:spMkLst>
            <pc:docMk/>
            <pc:sldMk cId="589850647" sldId="288"/>
            <ac:spMk id="77" creationId="{17A6339E-7C9A-F6C3-D52D-DE79BF8B60A4}"/>
          </ac:spMkLst>
        </pc:spChg>
        <pc:cxnChg chg="add mod">
          <ac:chgData name="Fu, Jingchen" userId="8944e6ea-3e1d-470c-9386-aa1916d2886a" providerId="ADAL" clId="{ED043583-CFDA-4822-9685-4F8A72AC675D}" dt="2026-08-07T02:44:16.433" v="27805" actId="1036"/>
          <ac:cxnSpMkLst>
            <pc:docMk/>
            <pc:sldMk cId="589850647" sldId="288"/>
            <ac:cxnSpMk id="47" creationId="{A21A9A70-6C1D-9FFD-F1AD-37A5A9977E88}"/>
          </ac:cxnSpMkLst>
        </pc:cxnChg>
        <pc:cxnChg chg="add mod">
          <ac:chgData name="Fu, Jingchen" userId="8944e6ea-3e1d-470c-9386-aa1916d2886a" providerId="ADAL" clId="{ED043583-CFDA-4822-9685-4F8A72AC675D}" dt="2026-08-07T02:44:16.433" v="27805" actId="1036"/>
          <ac:cxnSpMkLst>
            <pc:docMk/>
            <pc:sldMk cId="589850647" sldId="288"/>
            <ac:cxnSpMk id="49" creationId="{3F345AA6-F0F9-4B03-1F32-1A9A237E65EE}"/>
          </ac:cxnSpMkLst>
        </pc:cxnChg>
        <pc:cxnChg chg="add mod">
          <ac:chgData name="Fu, Jingchen" userId="8944e6ea-3e1d-470c-9386-aa1916d2886a" providerId="ADAL" clId="{ED043583-CFDA-4822-9685-4F8A72AC675D}" dt="2026-08-07T02:44:16.433" v="27805" actId="1036"/>
          <ac:cxnSpMkLst>
            <pc:docMk/>
            <pc:sldMk cId="589850647" sldId="288"/>
            <ac:cxnSpMk id="51" creationId="{EB4FFA94-2FC1-12A4-2FE3-D4CBBFAB8E7E}"/>
          </ac:cxnSpMkLst>
        </pc:cxnChg>
        <pc:cxnChg chg="add mod">
          <ac:chgData name="Fu, Jingchen" userId="8944e6ea-3e1d-470c-9386-aa1916d2886a" providerId="ADAL" clId="{ED043583-CFDA-4822-9685-4F8A72AC675D}" dt="2026-08-07T05:27:08.218" v="27941" actId="1038"/>
          <ac:cxnSpMkLst>
            <pc:docMk/>
            <pc:sldMk cId="589850647" sldId="288"/>
            <ac:cxnSpMk id="55" creationId="{8CFDA8CA-5EBC-4980-3628-1728E2861EB7}"/>
          </ac:cxnSpMkLst>
        </pc:cxnChg>
        <pc:cxnChg chg="add mod">
          <ac:chgData name="Fu, Jingchen" userId="8944e6ea-3e1d-470c-9386-aa1916d2886a" providerId="ADAL" clId="{ED043583-CFDA-4822-9685-4F8A72AC675D}" dt="2026-08-07T05:27:14.349" v="27942" actId="14100"/>
          <ac:cxnSpMkLst>
            <pc:docMk/>
            <pc:sldMk cId="589850647" sldId="288"/>
            <ac:cxnSpMk id="57" creationId="{159D8747-23C6-2E81-987B-56B644F5845A}"/>
          </ac:cxnSpMkLst>
        </pc:cxnChg>
        <pc:cxnChg chg="add mod">
          <ac:chgData name="Fu, Jingchen" userId="8944e6ea-3e1d-470c-9386-aa1916d2886a" providerId="ADAL" clId="{ED043583-CFDA-4822-9685-4F8A72AC675D}" dt="2026-08-07T05:27:22.768" v="27945" actId="1038"/>
          <ac:cxnSpMkLst>
            <pc:docMk/>
            <pc:sldMk cId="589850647" sldId="288"/>
            <ac:cxnSpMk id="59" creationId="{707942C1-14A9-1139-D308-D4965BF28E43}"/>
          </ac:cxnSpMkLst>
        </pc:cxnChg>
        <pc:cxnChg chg="add mod">
          <ac:chgData name="Fu, Jingchen" userId="8944e6ea-3e1d-470c-9386-aa1916d2886a" providerId="ADAL" clId="{ED043583-CFDA-4822-9685-4F8A72AC675D}" dt="2026-08-07T05:27:08.218" v="27941" actId="1038"/>
          <ac:cxnSpMkLst>
            <pc:docMk/>
            <pc:sldMk cId="589850647" sldId="288"/>
            <ac:cxnSpMk id="71" creationId="{285AC599-37E4-8E66-20F8-9153C26E1511}"/>
          </ac:cxnSpMkLst>
        </pc:cxnChg>
        <pc:cxnChg chg="add mod">
          <ac:chgData name="Fu, Jingchen" userId="8944e6ea-3e1d-470c-9386-aa1916d2886a" providerId="ADAL" clId="{ED043583-CFDA-4822-9685-4F8A72AC675D}" dt="2026-08-07T02:44:05.302" v="27802" actId="554"/>
          <ac:cxnSpMkLst>
            <pc:docMk/>
            <pc:sldMk cId="589850647" sldId="288"/>
            <ac:cxnSpMk id="73" creationId="{0D304E66-9987-1899-A0F4-4D42F879BF93}"/>
          </ac:cxnSpMkLst>
        </pc:cxnChg>
        <pc:cxnChg chg="add mod">
          <ac:chgData name="Fu, Jingchen" userId="8944e6ea-3e1d-470c-9386-aa1916d2886a" providerId="ADAL" clId="{ED043583-CFDA-4822-9685-4F8A72AC675D}" dt="2026-08-12T06:17:24.576" v="43311" actId="1036"/>
          <ac:cxnSpMkLst>
            <pc:docMk/>
            <pc:sldMk cId="589850647" sldId="288"/>
            <ac:cxnSpMk id="75" creationId="{4A9EA701-D46B-EA16-4373-2263344AD922}"/>
          </ac:cxnSpMkLst>
        </pc:cxnChg>
        <pc:cxnChg chg="add mod">
          <ac:chgData name="Fu, Jingchen" userId="8944e6ea-3e1d-470c-9386-aa1916d2886a" providerId="ADAL" clId="{ED043583-CFDA-4822-9685-4F8A72AC675D}" dt="2026-08-07T02:40:09.160" v="27727" actId="17032"/>
          <ac:cxnSpMkLst>
            <pc:docMk/>
            <pc:sldMk cId="589850647" sldId="288"/>
            <ac:cxnSpMk id="83" creationId="{E109DC7C-0215-A7A1-E9E5-C588E6368031}"/>
          </ac:cxnSpMkLst>
        </pc:cxnChg>
      </pc:sldChg>
      <pc:sldChg chg="modSp mod">
        <pc:chgData name="Fu, Jingchen" userId="8944e6ea-3e1d-470c-9386-aa1916d2886a" providerId="ADAL" clId="{ED043583-CFDA-4822-9685-4F8A72AC675D}" dt="2026-08-13T09:09:14.611" v="44682" actId="20577"/>
        <pc:sldMkLst>
          <pc:docMk/>
          <pc:sldMk cId="1590646600" sldId="2147483615"/>
        </pc:sldMkLst>
        <pc:spChg chg="mod">
          <ac:chgData name="Fu, Jingchen" userId="8944e6ea-3e1d-470c-9386-aa1916d2886a" providerId="ADAL" clId="{ED043583-CFDA-4822-9685-4F8A72AC675D}" dt="2026-08-10T10:08:14.921" v="34395" actId="2711"/>
          <ac:spMkLst>
            <pc:docMk/>
            <pc:sldMk cId="1590646600" sldId="2147483615"/>
            <ac:spMk id="4" creationId="{F4BC7462-DE73-24C8-8662-439D54913910}"/>
          </ac:spMkLst>
        </pc:spChg>
        <pc:spChg chg="mod">
          <ac:chgData name="Fu, Jingchen" userId="8944e6ea-3e1d-470c-9386-aa1916d2886a" providerId="ADAL" clId="{ED043583-CFDA-4822-9685-4F8A72AC675D}" dt="2026-08-10T09:44:53.194" v="31009" actId="20577"/>
          <ac:spMkLst>
            <pc:docMk/>
            <pc:sldMk cId="1590646600" sldId="2147483615"/>
            <ac:spMk id="6" creationId="{0F8488A6-1235-6538-B27E-BBBD780FEC01}"/>
          </ac:spMkLst>
        </pc:spChg>
        <pc:spChg chg="mod">
          <ac:chgData name="Fu, Jingchen" userId="8944e6ea-3e1d-470c-9386-aa1916d2886a" providerId="ADAL" clId="{ED043583-CFDA-4822-9685-4F8A72AC675D}" dt="2026-08-10T09:44:57.167" v="31013" actId="20577"/>
          <ac:spMkLst>
            <pc:docMk/>
            <pc:sldMk cId="1590646600" sldId="2147483615"/>
            <ac:spMk id="18" creationId="{26F2D184-1A61-D787-C71D-D5353B3F0135}"/>
          </ac:spMkLst>
        </pc:spChg>
        <pc:spChg chg="mod">
          <ac:chgData name="Fu, Jingchen" userId="8944e6ea-3e1d-470c-9386-aa1916d2886a" providerId="ADAL" clId="{ED043583-CFDA-4822-9685-4F8A72AC675D}" dt="2026-08-10T09:45:02.177" v="31017" actId="20577"/>
          <ac:spMkLst>
            <pc:docMk/>
            <pc:sldMk cId="1590646600" sldId="2147483615"/>
            <ac:spMk id="19" creationId="{71C371CD-2D2A-F547-9CED-90B9E96219B7}"/>
          </ac:spMkLst>
        </pc:spChg>
        <pc:spChg chg="mod">
          <ac:chgData name="Fu, Jingchen" userId="8944e6ea-3e1d-470c-9386-aa1916d2886a" providerId="ADAL" clId="{ED043583-CFDA-4822-9685-4F8A72AC675D}" dt="2026-08-10T09:45:05.301" v="31021" actId="20577"/>
          <ac:spMkLst>
            <pc:docMk/>
            <pc:sldMk cId="1590646600" sldId="2147483615"/>
            <ac:spMk id="23" creationId="{A051F966-B71A-E40F-8F87-04C878DAA4D0}"/>
          </ac:spMkLst>
        </pc:spChg>
        <pc:spChg chg="mod">
          <ac:chgData name="Fu, Jingchen" userId="8944e6ea-3e1d-470c-9386-aa1916d2886a" providerId="ADAL" clId="{ED043583-CFDA-4822-9685-4F8A72AC675D}" dt="2026-08-10T09:41:39.201" v="30861" actId="20577"/>
          <ac:spMkLst>
            <pc:docMk/>
            <pc:sldMk cId="1590646600" sldId="2147483615"/>
            <ac:spMk id="80" creationId="{E576C35E-2886-2496-C687-C81456BA6ECB}"/>
          </ac:spMkLst>
        </pc:spChg>
        <pc:spChg chg="mod">
          <ac:chgData name="Fu, Jingchen" userId="8944e6ea-3e1d-470c-9386-aa1916d2886a" providerId="ADAL" clId="{ED043583-CFDA-4822-9685-4F8A72AC675D}" dt="2026-08-10T09:41:49.081" v="30879" actId="20577"/>
          <ac:spMkLst>
            <pc:docMk/>
            <pc:sldMk cId="1590646600" sldId="2147483615"/>
            <ac:spMk id="81" creationId="{4AD978BD-A3C4-BDCC-468C-B1A455A6642C}"/>
          </ac:spMkLst>
        </pc:spChg>
        <pc:spChg chg="mod">
          <ac:chgData name="Fu, Jingchen" userId="8944e6ea-3e1d-470c-9386-aa1916d2886a" providerId="ADAL" clId="{ED043583-CFDA-4822-9685-4F8A72AC675D}" dt="2026-08-10T09:41:59.175" v="30897" actId="20577"/>
          <ac:spMkLst>
            <pc:docMk/>
            <pc:sldMk cId="1590646600" sldId="2147483615"/>
            <ac:spMk id="82" creationId="{F31DF411-CF9B-71E9-C632-491A204A8403}"/>
          </ac:spMkLst>
        </pc:spChg>
        <pc:spChg chg="mod">
          <ac:chgData name="Fu, Jingchen" userId="8944e6ea-3e1d-470c-9386-aa1916d2886a" providerId="ADAL" clId="{ED043583-CFDA-4822-9685-4F8A72AC675D}" dt="2026-08-10T09:42:11.638" v="30919" actId="20577"/>
          <ac:spMkLst>
            <pc:docMk/>
            <pc:sldMk cId="1590646600" sldId="2147483615"/>
            <ac:spMk id="83" creationId="{D84F353F-57B1-B5EE-8763-F803A0074C7F}"/>
          </ac:spMkLst>
        </pc:spChg>
        <pc:spChg chg="mod">
          <ac:chgData name="Fu, Jingchen" userId="8944e6ea-3e1d-470c-9386-aa1916d2886a" providerId="ADAL" clId="{ED043583-CFDA-4822-9685-4F8A72AC675D}" dt="2026-08-10T09:37:02.263" v="30833" actId="20577"/>
          <ac:spMkLst>
            <pc:docMk/>
            <pc:sldMk cId="1590646600" sldId="2147483615"/>
            <ac:spMk id="84" creationId="{79845288-F0F9-AB59-111E-B96D757094EF}"/>
          </ac:spMkLst>
        </pc:spChg>
        <pc:spChg chg="mod">
          <ac:chgData name="Fu, Jingchen" userId="8944e6ea-3e1d-470c-9386-aa1916d2886a" providerId="ADAL" clId="{ED043583-CFDA-4822-9685-4F8A72AC675D}" dt="2026-08-10T09:37:16.853" v="30837" actId="20577"/>
          <ac:spMkLst>
            <pc:docMk/>
            <pc:sldMk cId="1590646600" sldId="2147483615"/>
            <ac:spMk id="85" creationId="{7B0D93E5-E5A3-BB1D-5452-163B329EA51D}"/>
          </ac:spMkLst>
        </pc:spChg>
        <pc:spChg chg="mod">
          <ac:chgData name="Fu, Jingchen" userId="8944e6ea-3e1d-470c-9386-aa1916d2886a" providerId="ADAL" clId="{ED043583-CFDA-4822-9685-4F8A72AC675D}" dt="2026-08-10T09:37:25.168" v="30839" actId="20577"/>
          <ac:spMkLst>
            <pc:docMk/>
            <pc:sldMk cId="1590646600" sldId="2147483615"/>
            <ac:spMk id="86" creationId="{044E8457-99A7-83E6-37BB-7F9FD2D05261}"/>
          </ac:spMkLst>
        </pc:spChg>
        <pc:spChg chg="mod">
          <ac:chgData name="Fu, Jingchen" userId="8944e6ea-3e1d-470c-9386-aa1916d2886a" providerId="ADAL" clId="{ED043583-CFDA-4822-9685-4F8A72AC675D}" dt="2026-08-10T09:37:32.662" v="30841" actId="20577"/>
          <ac:spMkLst>
            <pc:docMk/>
            <pc:sldMk cId="1590646600" sldId="2147483615"/>
            <ac:spMk id="87" creationId="{AFF39396-E2A3-2220-6670-AC4562A131A7}"/>
          </ac:spMkLst>
        </pc:spChg>
        <pc:spChg chg="mod">
          <ac:chgData name="Fu, Jingchen" userId="8944e6ea-3e1d-470c-9386-aa1916d2886a" providerId="ADAL" clId="{ED043583-CFDA-4822-9685-4F8A72AC675D}" dt="2026-08-10T09:42:52.511" v="30965" actId="20577"/>
          <ac:spMkLst>
            <pc:docMk/>
            <pc:sldMk cId="1590646600" sldId="2147483615"/>
            <ac:spMk id="89" creationId="{DBB9D668-6B94-6C22-2D8F-05A46FD1AD33}"/>
          </ac:spMkLst>
        </pc:spChg>
        <pc:spChg chg="mod">
          <ac:chgData name="Fu, Jingchen" userId="8944e6ea-3e1d-470c-9386-aa1916d2886a" providerId="ADAL" clId="{ED043583-CFDA-4822-9685-4F8A72AC675D}" dt="2026-08-10T09:43:03.160" v="30983" actId="20577"/>
          <ac:spMkLst>
            <pc:docMk/>
            <pc:sldMk cId="1590646600" sldId="2147483615"/>
            <ac:spMk id="90" creationId="{132D718E-1EFA-92F9-58F9-44AE84619510}"/>
          </ac:spMkLst>
        </pc:spChg>
        <pc:spChg chg="mod">
          <ac:chgData name="Fu, Jingchen" userId="8944e6ea-3e1d-470c-9386-aa1916d2886a" providerId="ADAL" clId="{ED043583-CFDA-4822-9685-4F8A72AC675D}" dt="2026-08-10T09:43:15.033" v="31005" actId="20577"/>
          <ac:spMkLst>
            <pc:docMk/>
            <pc:sldMk cId="1590646600" sldId="2147483615"/>
            <ac:spMk id="91" creationId="{E1858D0C-19B0-8881-D2A1-7821AFAD4459}"/>
          </ac:spMkLst>
        </pc:spChg>
        <pc:spChg chg="mod">
          <ac:chgData name="Fu, Jingchen" userId="8944e6ea-3e1d-470c-9386-aa1916d2886a" providerId="ADAL" clId="{ED043583-CFDA-4822-9685-4F8A72AC675D}" dt="2026-08-10T09:42:44.113" v="30947" actId="20577"/>
          <ac:spMkLst>
            <pc:docMk/>
            <pc:sldMk cId="1590646600" sldId="2147483615"/>
            <ac:spMk id="94" creationId="{4275B45F-DCEC-7596-EF17-9DAFE15C47D6}"/>
          </ac:spMkLst>
        </pc:spChg>
        <pc:spChg chg="mod">
          <ac:chgData name="Fu, Jingchen" userId="8944e6ea-3e1d-470c-9386-aa1916d2886a" providerId="ADAL" clId="{ED043583-CFDA-4822-9685-4F8A72AC675D}" dt="2026-08-10T09:45:46.701" v="31051" actId="20577"/>
          <ac:spMkLst>
            <pc:docMk/>
            <pc:sldMk cId="1590646600" sldId="2147483615"/>
            <ac:spMk id="95" creationId="{5A278356-55BF-EB17-4B0B-F6C1D0848D26}"/>
          </ac:spMkLst>
        </pc:spChg>
        <pc:spChg chg="mod">
          <ac:chgData name="Fu, Jingchen" userId="8944e6ea-3e1d-470c-9386-aa1916d2886a" providerId="ADAL" clId="{ED043583-CFDA-4822-9685-4F8A72AC675D}" dt="2026-08-10T09:45:55.475" v="31069" actId="20577"/>
          <ac:spMkLst>
            <pc:docMk/>
            <pc:sldMk cId="1590646600" sldId="2147483615"/>
            <ac:spMk id="96" creationId="{E1460896-57E7-21AC-7AFF-E1D10A10DFDC}"/>
          </ac:spMkLst>
        </pc:spChg>
        <pc:spChg chg="mod">
          <ac:chgData name="Fu, Jingchen" userId="8944e6ea-3e1d-470c-9386-aa1916d2886a" providerId="ADAL" clId="{ED043583-CFDA-4822-9685-4F8A72AC675D}" dt="2026-08-10T09:46:06.521" v="31087" actId="20577"/>
          <ac:spMkLst>
            <pc:docMk/>
            <pc:sldMk cId="1590646600" sldId="2147483615"/>
            <ac:spMk id="97" creationId="{1EDEA80A-A2B2-F0FA-5E28-6D0FE2EBD7D2}"/>
          </ac:spMkLst>
        </pc:spChg>
        <pc:spChg chg="mod">
          <ac:chgData name="Fu, Jingchen" userId="8944e6ea-3e1d-470c-9386-aa1916d2886a" providerId="ADAL" clId="{ED043583-CFDA-4822-9685-4F8A72AC675D}" dt="2026-08-10T09:45:39.190" v="31035" actId="20577"/>
          <ac:spMkLst>
            <pc:docMk/>
            <pc:sldMk cId="1590646600" sldId="2147483615"/>
            <ac:spMk id="98" creationId="{1BE5A49C-DCAE-A9B0-7248-FF34762C8334}"/>
          </ac:spMkLst>
        </pc:spChg>
        <pc:spChg chg="mod">
          <ac:chgData name="Fu, Jingchen" userId="8944e6ea-3e1d-470c-9386-aa1916d2886a" providerId="ADAL" clId="{ED043583-CFDA-4822-9685-4F8A72AC675D}" dt="2026-08-10T09:42:19.156" v="30921" actId="20577"/>
          <ac:spMkLst>
            <pc:docMk/>
            <pc:sldMk cId="1590646600" sldId="2147483615"/>
            <ac:spMk id="99" creationId="{C116AF5E-2EBB-339D-11EA-3ED04309A319}"/>
          </ac:spMkLst>
        </pc:spChg>
        <pc:spChg chg="mod">
          <ac:chgData name="Fu, Jingchen" userId="8944e6ea-3e1d-470c-9386-aa1916d2886a" providerId="ADAL" clId="{ED043583-CFDA-4822-9685-4F8A72AC675D}" dt="2026-08-10T09:42:23.684" v="30923" actId="20577"/>
          <ac:spMkLst>
            <pc:docMk/>
            <pc:sldMk cId="1590646600" sldId="2147483615"/>
            <ac:spMk id="100" creationId="{F9E2989D-90DA-2BC1-C8F1-C87399B43B18}"/>
          </ac:spMkLst>
        </pc:spChg>
        <pc:spChg chg="mod">
          <ac:chgData name="Fu, Jingchen" userId="8944e6ea-3e1d-470c-9386-aa1916d2886a" providerId="ADAL" clId="{ED043583-CFDA-4822-9685-4F8A72AC675D}" dt="2026-08-10T09:42:27.968" v="30927" actId="20577"/>
          <ac:spMkLst>
            <pc:docMk/>
            <pc:sldMk cId="1590646600" sldId="2147483615"/>
            <ac:spMk id="101" creationId="{3184B521-7831-BFB4-56A2-0EB6FA2B1CDD}"/>
          </ac:spMkLst>
        </pc:spChg>
        <pc:spChg chg="mod">
          <ac:chgData name="Fu, Jingchen" userId="8944e6ea-3e1d-470c-9386-aa1916d2886a" providerId="ADAL" clId="{ED043583-CFDA-4822-9685-4F8A72AC675D}" dt="2026-08-10T09:42:32.348" v="30931" actId="20577"/>
          <ac:spMkLst>
            <pc:docMk/>
            <pc:sldMk cId="1590646600" sldId="2147483615"/>
            <ac:spMk id="102" creationId="{37169FF8-73DA-6746-7F2A-8EA6FBAB36AB}"/>
          </ac:spMkLst>
        </pc:spChg>
        <pc:graphicFrameChg chg="mod modGraphic">
          <ac:chgData name="Fu, Jingchen" userId="8944e6ea-3e1d-470c-9386-aa1916d2886a" providerId="ADAL" clId="{ED043583-CFDA-4822-9685-4F8A72AC675D}" dt="2026-08-13T09:09:14.611" v="44682" actId="20577"/>
          <ac:graphicFrameMkLst>
            <pc:docMk/>
            <pc:sldMk cId="1590646600" sldId="2147483615"/>
            <ac:graphicFrameMk id="7" creationId="{AF064925-11E3-AF88-F0A0-9BE54C0F00DE}"/>
          </ac:graphicFrameMkLst>
        </pc:graphicFrameChg>
      </pc:sldChg>
      <pc:sldChg chg="modSp mod">
        <pc:chgData name="Fu, Jingchen" userId="8944e6ea-3e1d-470c-9386-aa1916d2886a" providerId="ADAL" clId="{ED043583-CFDA-4822-9685-4F8A72AC675D}" dt="2026-08-10T10:15:27.059" v="34798" actId="14100"/>
        <pc:sldMkLst>
          <pc:docMk/>
          <pc:sldMk cId="3746324433" sldId="2147483647"/>
        </pc:sldMkLst>
        <pc:spChg chg="mod">
          <ac:chgData name="Fu, Jingchen" userId="8944e6ea-3e1d-470c-9386-aa1916d2886a" providerId="ADAL" clId="{ED043583-CFDA-4822-9685-4F8A72AC675D}" dt="2026-08-10T10:15:13.517" v="34795" actId="14100"/>
          <ac:spMkLst>
            <pc:docMk/>
            <pc:sldMk cId="3746324433" sldId="2147483647"/>
            <ac:spMk id="15" creationId="{889AF174-E747-60B6-F37E-51E56CBF766D}"/>
          </ac:spMkLst>
        </pc:spChg>
        <pc:grpChg chg="mod">
          <ac:chgData name="Fu, Jingchen" userId="8944e6ea-3e1d-470c-9386-aa1916d2886a" providerId="ADAL" clId="{ED043583-CFDA-4822-9685-4F8A72AC675D}" dt="2026-08-10T10:15:27.059" v="34798" actId="14100"/>
          <ac:grpSpMkLst>
            <pc:docMk/>
            <pc:sldMk cId="3746324433" sldId="2147483647"/>
            <ac:grpSpMk id="61" creationId="{7831C5BF-E4B9-C10A-6E02-516F364313D0}"/>
          </ac:grpSpMkLst>
        </pc:grpChg>
        <pc:grpChg chg="mod">
          <ac:chgData name="Fu, Jingchen" userId="8944e6ea-3e1d-470c-9386-aa1916d2886a" providerId="ADAL" clId="{ED043583-CFDA-4822-9685-4F8A72AC675D}" dt="2026-08-10T10:15:20.605" v="34797" actId="14100"/>
          <ac:grpSpMkLst>
            <pc:docMk/>
            <pc:sldMk cId="3746324433" sldId="2147483647"/>
            <ac:grpSpMk id="63" creationId="{54030057-E073-1771-4A7D-B1186DE232B0}"/>
          </ac:grpSpMkLst>
        </pc:grpChg>
      </pc:sldChg>
    </pc:docChg>
  </pc:docChgLst>
  <pc:docChgLst>
    <pc:chgData name="Fu, Jingchen" userId="S::jingchen.fu@iqvia.com::8944e6ea-3e1d-470c-9386-aa1916d2886a" providerId="AD" clId="Web-{00000000-0000-0000-0000-000000000000}"/>
    <pc:docChg chg="modSld">
      <pc:chgData name="Fu, Jingchen" userId="S::jingchen.fu@iqvia.com::8944e6ea-3e1d-470c-9386-aa1916d2886a" providerId="AD" clId="Web-{00000000-0000-0000-0000-000000000000}" dt="2026-08-13T03:57:28.301" v="11" actId="20577"/>
      <pc:docMkLst>
        <pc:docMk/>
      </pc:docMkLst>
      <pc:sldChg chg="modSp">
        <pc:chgData name="Fu, Jingchen" userId="S::jingchen.fu@iqvia.com::8944e6ea-3e1d-470c-9386-aa1916d2886a" providerId="AD" clId="Web-{00000000-0000-0000-0000-000000000000}" dt="2026-08-13T03:57:28.301" v="11" actId="20577"/>
        <pc:sldMkLst>
          <pc:docMk/>
          <pc:sldMk cId="2086540380" sldId="278"/>
        </pc:sldMkLst>
        <pc:spChg chg="mod">
          <ac:chgData name="Fu, Jingchen" userId="S::jingchen.fu@iqvia.com::8944e6ea-3e1d-470c-9386-aa1916d2886a" providerId="AD" clId="Web-{00000000-0000-0000-0000-000000000000}" dt="2026-08-13T03:57:28.301" v="11" actId="20577"/>
          <ac:spMkLst>
            <pc:docMk/>
            <pc:sldMk cId="2086540380" sldId="278"/>
            <ac:spMk id="54" creationId="{05C6EC6A-436C-04DA-ED61-147F7B5277C4}"/>
          </ac:spMkLst>
        </pc:spChg>
      </pc:sldChg>
    </pc:docChg>
  </pc:docChgLst>
  <pc:docChgLst>
    <pc:chgData name="Jiang, Tracy" userId="797300cd-5ea5-4dea-ab3a-adb1e1491123" providerId="ADAL" clId="{60A49555-F42E-4A86-858D-393162508AAE}"/>
    <pc:docChg chg="undo redo custSel addSld delSld modSld sldOrd modNotesMaster">
      <pc:chgData name="Jiang, Tracy" userId="797300cd-5ea5-4dea-ab3a-adb1e1491123" providerId="ADAL" clId="{60A49555-F42E-4A86-858D-393162508AAE}" dt="2026-08-19T08:34:23.395" v="34658" actId="6549"/>
      <pc:docMkLst>
        <pc:docMk/>
      </pc:docMkLst>
      <pc:sldChg chg="modNotes">
        <pc:chgData name="Jiang, Tracy" userId="797300cd-5ea5-4dea-ab3a-adb1e1491123" providerId="ADAL" clId="{60A49555-F42E-4A86-858D-393162508AAE}" dt="2026-08-07T04:57:09.627" v="10959"/>
        <pc:sldMkLst>
          <pc:docMk/>
          <pc:sldMk cId="2136439337" sldId="256"/>
        </pc:sldMkLst>
      </pc:sldChg>
      <pc:sldChg chg="addSp delSp modSp mod modShow modCm">
        <pc:chgData name="Jiang, Tracy" userId="797300cd-5ea5-4dea-ab3a-adb1e1491123" providerId="ADAL" clId="{60A49555-F42E-4A86-858D-393162508AAE}" dt="2026-08-19T08:32:52.216" v="34656" actId="478"/>
        <pc:sldMkLst>
          <pc:docMk/>
          <pc:sldMk cId="1326551904" sldId="257"/>
        </pc:sldMkLst>
        <pc:spChg chg="mod">
          <ac:chgData name="Jiang, Tracy" userId="797300cd-5ea5-4dea-ab3a-adb1e1491123" providerId="ADAL" clId="{60A49555-F42E-4A86-858D-393162508AAE}" dt="2026-08-13T07:00:36.207" v="31532" actId="1035"/>
          <ac:spMkLst>
            <pc:docMk/>
            <pc:sldMk cId="1326551904" sldId="257"/>
            <ac:spMk id="2" creationId="{431BEF6D-FF44-F3A0-4736-130665069C9A}"/>
          </ac:spMkLst>
        </pc:spChg>
        <pc:spChg chg="mod">
          <ac:chgData name="Jiang, Tracy" userId="797300cd-5ea5-4dea-ab3a-adb1e1491123" providerId="ADAL" clId="{60A49555-F42E-4A86-858D-393162508AAE}" dt="2026-08-14T03:13:51.456" v="34619" actId="14100"/>
          <ac:spMkLst>
            <pc:docMk/>
            <pc:sldMk cId="1326551904" sldId="257"/>
            <ac:spMk id="5" creationId="{0094C22C-A39F-A7E8-F108-1C6BA036F980}"/>
          </ac:spMkLst>
        </pc:spChg>
        <pc:spChg chg="mod">
          <ac:chgData name="Jiang, Tracy" userId="797300cd-5ea5-4dea-ab3a-adb1e1491123" providerId="ADAL" clId="{60A49555-F42E-4A86-858D-393162508AAE}" dt="2026-08-13T07:00:36.207" v="31532" actId="1035"/>
          <ac:spMkLst>
            <pc:docMk/>
            <pc:sldMk cId="1326551904" sldId="257"/>
            <ac:spMk id="6" creationId="{C3700D76-FBB1-B290-6170-E657887F1837}"/>
          </ac:spMkLst>
        </pc:spChg>
        <pc:spChg chg="mod">
          <ac:chgData name="Jiang, Tracy" userId="797300cd-5ea5-4dea-ab3a-adb1e1491123" providerId="ADAL" clId="{60A49555-F42E-4A86-858D-393162508AAE}" dt="2026-08-13T07:25:30.718" v="31747" actId="1036"/>
          <ac:spMkLst>
            <pc:docMk/>
            <pc:sldMk cId="1326551904" sldId="257"/>
            <ac:spMk id="7" creationId="{CBD73407-195D-015C-C6DE-4F4A530244A2}"/>
          </ac:spMkLst>
        </pc:spChg>
        <pc:spChg chg="mod">
          <ac:chgData name="Jiang, Tracy" userId="797300cd-5ea5-4dea-ab3a-adb1e1491123" providerId="ADAL" clId="{60A49555-F42E-4A86-858D-393162508AAE}" dt="2026-08-11T09:35:06.389" v="25163"/>
          <ac:spMkLst>
            <pc:docMk/>
            <pc:sldMk cId="1326551904" sldId="257"/>
            <ac:spMk id="9" creationId="{2CA7853F-487B-1EFF-3076-2D4CE441A477}"/>
          </ac:spMkLst>
        </pc:spChg>
        <pc:spChg chg="mod">
          <ac:chgData name="Jiang, Tracy" userId="797300cd-5ea5-4dea-ab3a-adb1e1491123" providerId="ADAL" clId="{60A49555-F42E-4A86-858D-393162508AAE}" dt="2026-08-11T09:35:13.403" v="25165"/>
          <ac:spMkLst>
            <pc:docMk/>
            <pc:sldMk cId="1326551904" sldId="257"/>
            <ac:spMk id="10" creationId="{C73E2FB3-7355-5498-DD21-DA003DE93633}"/>
          </ac:spMkLst>
        </pc:spChg>
        <pc:spChg chg="mod">
          <ac:chgData name="Jiang, Tracy" userId="797300cd-5ea5-4dea-ab3a-adb1e1491123" providerId="ADAL" clId="{60A49555-F42E-4A86-858D-393162508AAE}" dt="2026-08-13T07:25:34.513" v="31751" actId="14100"/>
          <ac:spMkLst>
            <pc:docMk/>
            <pc:sldMk cId="1326551904" sldId="257"/>
            <ac:spMk id="11" creationId="{AF670BEF-95FC-AB59-D29D-BF6DD8AD3393}"/>
          </ac:spMkLst>
        </pc:spChg>
        <pc:spChg chg="add del mod">
          <ac:chgData name="Jiang, Tracy" userId="797300cd-5ea5-4dea-ab3a-adb1e1491123" providerId="ADAL" clId="{60A49555-F42E-4A86-858D-393162508AAE}" dt="2026-08-19T08:32:52.216" v="34656" actId="478"/>
          <ac:spMkLst>
            <pc:docMk/>
            <pc:sldMk cId="1326551904" sldId="257"/>
            <ac:spMk id="13" creationId="{CAB2A4ED-C41A-1D93-1797-71E50561945E}"/>
          </ac:spMkLst>
        </pc:spChg>
        <pc:spChg chg="mod">
          <ac:chgData name="Jiang, Tracy" userId="797300cd-5ea5-4dea-ab3a-adb1e1491123" providerId="ADAL" clId="{60A49555-F42E-4A86-858D-393162508AAE}" dt="2026-08-13T04:53:58.354" v="28946" actId="14100"/>
          <ac:spMkLst>
            <pc:docMk/>
            <pc:sldMk cId="1326551904" sldId="257"/>
            <ac:spMk id="69" creationId="{25805107-27A1-ED15-D2ED-3D48671904F5}"/>
          </ac:spMkLst>
        </pc:spChg>
        <pc:spChg chg="mod">
          <ac:chgData name="Jiang, Tracy" userId="797300cd-5ea5-4dea-ab3a-adb1e1491123" providerId="ADAL" clId="{60A49555-F42E-4A86-858D-393162508AAE}" dt="2026-08-13T04:35:22.072" v="28703" actId="1037"/>
          <ac:spMkLst>
            <pc:docMk/>
            <pc:sldMk cId="1326551904" sldId="257"/>
            <ac:spMk id="71" creationId="{2ED957EB-9BEE-44D9-C335-7CD984959F6A}"/>
          </ac:spMkLst>
        </pc:spChg>
        <pc:spChg chg="mod">
          <ac:chgData name="Jiang, Tracy" userId="797300cd-5ea5-4dea-ab3a-adb1e1491123" providerId="ADAL" clId="{60A49555-F42E-4A86-858D-393162508AAE}" dt="2026-08-13T07:00:31.333" v="31526" actId="1035"/>
          <ac:spMkLst>
            <pc:docMk/>
            <pc:sldMk cId="1326551904" sldId="257"/>
            <ac:spMk id="73" creationId="{959F2B0A-EEDF-58AC-6582-4E389E64E307}"/>
          </ac:spMkLst>
        </pc:spChg>
        <pc:spChg chg="mod">
          <ac:chgData name="Jiang, Tracy" userId="797300cd-5ea5-4dea-ab3a-adb1e1491123" providerId="ADAL" clId="{60A49555-F42E-4A86-858D-393162508AAE}" dt="2026-08-13T04:47:54.494" v="28718" actId="1035"/>
          <ac:spMkLst>
            <pc:docMk/>
            <pc:sldMk cId="1326551904" sldId="257"/>
            <ac:spMk id="86" creationId="{87C37E1E-E7BD-861A-3A06-C232393CC698}"/>
          </ac:spMkLst>
        </pc:spChg>
        <pc:grpChg chg="add mod">
          <ac:chgData name="Jiang, Tracy" userId="797300cd-5ea5-4dea-ab3a-adb1e1491123" providerId="ADAL" clId="{60A49555-F42E-4A86-858D-393162508AAE}" dt="2026-08-11T09:35:06.389" v="25163"/>
          <ac:grpSpMkLst>
            <pc:docMk/>
            <pc:sldMk cId="1326551904" sldId="257"/>
            <ac:grpSpMk id="8" creationId="{2A80140D-D74A-673C-C71B-C9A1DAA7C149}"/>
          </ac:grpSpMkLst>
        </pc:grpChg>
        <pc:graphicFrameChg chg="mod modGraphic">
          <ac:chgData name="Jiang, Tracy" userId="797300cd-5ea5-4dea-ab3a-adb1e1491123" providerId="ADAL" clId="{60A49555-F42E-4A86-858D-393162508AAE}" dt="2026-08-14T03:14:04.060" v="34645" actId="6549"/>
          <ac:graphicFrameMkLst>
            <pc:docMk/>
            <pc:sldMk cId="1326551904" sldId="257"/>
            <ac:graphicFrameMk id="50" creationId="{479A17F2-3DCC-3B70-A459-E35A9EAD414F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3T06:59:49.185" v="31508" actId="20577"/>
              <pc2:cmMkLst xmlns:pc2="http://schemas.microsoft.com/office/powerpoint/2019/9/main/command">
                <pc:docMk/>
                <pc:sldMk cId="1326551904" sldId="257"/>
                <pc2:cmMk id="{8085910C-E390-4F75-9EB8-469F60090293}"/>
              </pc2:cmMkLst>
            </pc226:cmChg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4T03:14:00.056" v="34642" actId="20577"/>
              <pc2:cmMkLst xmlns:pc2="http://schemas.microsoft.com/office/powerpoint/2019/9/main/command">
                <pc:docMk/>
                <pc:sldMk cId="1326551904" sldId="257"/>
                <pc2:cmMk id="{0E0C724F-42CD-45F7-8F7F-96CEFCDB4FA4}"/>
              </pc2:cmMkLst>
            </pc226:cmChg>
          </p:ext>
        </pc:extLst>
      </pc:sldChg>
      <pc:sldChg chg="addSp delSp modSp mod modShow">
        <pc:chgData name="Jiang, Tracy" userId="797300cd-5ea5-4dea-ab3a-adb1e1491123" providerId="ADAL" clId="{60A49555-F42E-4A86-858D-393162508AAE}" dt="2026-08-19T08:32:54.424" v="34657" actId="478"/>
        <pc:sldMkLst>
          <pc:docMk/>
          <pc:sldMk cId="4068691034" sldId="258"/>
        </pc:sldMkLst>
        <pc:spChg chg="mod">
          <ac:chgData name="Jiang, Tracy" userId="797300cd-5ea5-4dea-ab3a-adb1e1491123" providerId="ADAL" clId="{60A49555-F42E-4A86-858D-393162508AAE}" dt="2026-08-13T06:16:46.979" v="30314" actId="1076"/>
          <ac:spMkLst>
            <pc:docMk/>
            <pc:sldMk cId="4068691034" sldId="258"/>
            <ac:spMk id="8" creationId="{7498D734-E8A6-2C16-F5C5-3F9C5B201D49}"/>
          </ac:spMkLst>
        </pc:spChg>
        <pc:spChg chg="mod">
          <ac:chgData name="Jiang, Tracy" userId="797300cd-5ea5-4dea-ab3a-adb1e1491123" providerId="ADAL" clId="{60A49555-F42E-4A86-858D-393162508AAE}" dt="2026-08-13T05:26:41.867" v="29623" actId="1076"/>
          <ac:spMkLst>
            <pc:docMk/>
            <pc:sldMk cId="4068691034" sldId="258"/>
            <ac:spMk id="9" creationId="{C0B5F991-9820-665F-5BB9-2EBC4E020FB7}"/>
          </ac:spMkLst>
        </pc:spChg>
        <pc:spChg chg="mod">
          <ac:chgData name="Jiang, Tracy" userId="797300cd-5ea5-4dea-ab3a-adb1e1491123" providerId="ADAL" clId="{60A49555-F42E-4A86-858D-393162508AAE}" dt="2026-08-13T05:58:56.890" v="29909" actId="1036"/>
          <ac:spMkLst>
            <pc:docMk/>
            <pc:sldMk cId="4068691034" sldId="258"/>
            <ac:spMk id="11" creationId="{7828F0D6-033E-6456-C765-027FA3D0945D}"/>
          </ac:spMkLst>
        </pc:spChg>
        <pc:spChg chg="mod">
          <ac:chgData name="Jiang, Tracy" userId="797300cd-5ea5-4dea-ab3a-adb1e1491123" providerId="ADAL" clId="{60A49555-F42E-4A86-858D-393162508AAE}" dt="2026-08-13T05:58:56.890" v="29909" actId="1036"/>
          <ac:spMkLst>
            <pc:docMk/>
            <pc:sldMk cId="4068691034" sldId="258"/>
            <ac:spMk id="12" creationId="{274473AB-4FCF-13DA-1385-A9B0BA17FC19}"/>
          </ac:spMkLst>
        </pc:spChg>
        <pc:spChg chg="mod">
          <ac:chgData name="Jiang, Tracy" userId="797300cd-5ea5-4dea-ab3a-adb1e1491123" providerId="ADAL" clId="{60A49555-F42E-4A86-858D-393162508AAE}" dt="2026-08-13T06:24:02.660" v="30554" actId="6549"/>
          <ac:spMkLst>
            <pc:docMk/>
            <pc:sldMk cId="4068691034" sldId="258"/>
            <ac:spMk id="13" creationId="{B709F21E-E9E7-2BFC-4E66-E29BEFBB4FE6}"/>
          </ac:spMkLst>
        </pc:spChg>
        <pc:spChg chg="mod">
          <ac:chgData name="Jiang, Tracy" userId="797300cd-5ea5-4dea-ab3a-adb1e1491123" providerId="ADAL" clId="{60A49555-F42E-4A86-858D-393162508AAE}" dt="2026-08-12T10:42:15.067" v="25542"/>
          <ac:spMkLst>
            <pc:docMk/>
            <pc:sldMk cId="4068691034" sldId="258"/>
            <ac:spMk id="15" creationId="{8A3F26A7-CB25-C4FA-3402-B1010AF12740}"/>
          </ac:spMkLst>
        </pc:spChg>
        <pc:spChg chg="mod">
          <ac:chgData name="Jiang, Tracy" userId="797300cd-5ea5-4dea-ab3a-adb1e1491123" providerId="ADAL" clId="{60A49555-F42E-4A86-858D-393162508AAE}" dt="2026-08-13T05:50:10.595" v="29705" actId="164"/>
          <ac:spMkLst>
            <pc:docMk/>
            <pc:sldMk cId="4068691034" sldId="258"/>
            <ac:spMk id="16" creationId="{5D824B0D-838C-3691-21EF-0E1B5DF05335}"/>
          </ac:spMkLst>
        </pc:spChg>
        <pc:spChg chg="mod">
          <ac:chgData name="Jiang, Tracy" userId="797300cd-5ea5-4dea-ab3a-adb1e1491123" providerId="ADAL" clId="{60A49555-F42E-4A86-858D-393162508AAE}" dt="2026-08-13T06:29:15.041" v="30631" actId="20577"/>
          <ac:spMkLst>
            <pc:docMk/>
            <pc:sldMk cId="4068691034" sldId="258"/>
            <ac:spMk id="17" creationId="{16222AAB-911B-1FAB-3EBB-6F124B0319C5}"/>
          </ac:spMkLst>
        </pc:spChg>
        <pc:spChg chg="mod">
          <ac:chgData name="Jiang, Tracy" userId="797300cd-5ea5-4dea-ab3a-adb1e1491123" providerId="ADAL" clId="{60A49555-F42E-4A86-858D-393162508AAE}" dt="2026-08-13T05:50:14.742" v="29706" actId="164"/>
          <ac:spMkLst>
            <pc:docMk/>
            <pc:sldMk cId="4068691034" sldId="258"/>
            <ac:spMk id="18" creationId="{B153C3BD-4FEC-ECA9-FF9A-75B2023AA8D4}"/>
          </ac:spMkLst>
        </pc:spChg>
        <pc:spChg chg="mod">
          <ac:chgData name="Jiang, Tracy" userId="797300cd-5ea5-4dea-ab3a-adb1e1491123" providerId="ADAL" clId="{60A49555-F42E-4A86-858D-393162508AAE}" dt="2026-08-13T05:51:11.843" v="29734" actId="207"/>
          <ac:spMkLst>
            <pc:docMk/>
            <pc:sldMk cId="4068691034" sldId="258"/>
            <ac:spMk id="19" creationId="{657A6B10-F203-372D-350F-54D0487DD5F2}"/>
          </ac:spMkLst>
        </pc:spChg>
        <pc:spChg chg="mod">
          <ac:chgData name="Jiang, Tracy" userId="797300cd-5ea5-4dea-ab3a-adb1e1491123" providerId="ADAL" clId="{60A49555-F42E-4A86-858D-393162508AAE}" dt="2026-08-13T06:22:52.669" v="30495" actId="20577"/>
          <ac:spMkLst>
            <pc:docMk/>
            <pc:sldMk cId="4068691034" sldId="258"/>
            <ac:spMk id="21" creationId="{36F3CE51-F13A-52AC-D66E-279AAFDE8337}"/>
          </ac:spMkLst>
        </pc:spChg>
        <pc:spChg chg="mod">
          <ac:chgData name="Jiang, Tracy" userId="797300cd-5ea5-4dea-ab3a-adb1e1491123" providerId="ADAL" clId="{60A49555-F42E-4A86-858D-393162508AAE}" dt="2026-08-12T10:42:21.881" v="25544" actId="207"/>
          <ac:spMkLst>
            <pc:docMk/>
            <pc:sldMk cId="4068691034" sldId="258"/>
            <ac:spMk id="22" creationId="{23CC542C-AE1A-DFA2-90CF-2022AD4C2F33}"/>
          </ac:spMkLst>
        </pc:spChg>
        <pc:spChg chg="mod">
          <ac:chgData name="Jiang, Tracy" userId="797300cd-5ea5-4dea-ab3a-adb1e1491123" providerId="ADAL" clId="{60A49555-F42E-4A86-858D-393162508AAE}" dt="2026-08-13T06:09:38.024" v="30075" actId="1036"/>
          <ac:spMkLst>
            <pc:docMk/>
            <pc:sldMk cId="4068691034" sldId="258"/>
            <ac:spMk id="24" creationId="{A223D9AA-6D82-46BF-0B11-0BD629592A3B}"/>
          </ac:spMkLst>
        </pc:spChg>
        <pc:spChg chg="mod">
          <ac:chgData name="Jiang, Tracy" userId="797300cd-5ea5-4dea-ab3a-adb1e1491123" providerId="ADAL" clId="{60A49555-F42E-4A86-858D-393162508AAE}" dt="2026-08-13T06:00:00.980" v="29940" actId="20577"/>
          <ac:spMkLst>
            <pc:docMk/>
            <pc:sldMk cId="4068691034" sldId="258"/>
            <ac:spMk id="27" creationId="{14E99E32-71C5-D3E0-A2C1-A8D2D02D6D53}"/>
          </ac:spMkLst>
        </pc:spChg>
        <pc:spChg chg="mod">
          <ac:chgData name="Jiang, Tracy" userId="797300cd-5ea5-4dea-ab3a-adb1e1491123" providerId="ADAL" clId="{60A49555-F42E-4A86-858D-393162508AAE}" dt="2026-08-13T06:10:09.332" v="30086" actId="20577"/>
          <ac:spMkLst>
            <pc:docMk/>
            <pc:sldMk cId="4068691034" sldId="258"/>
            <ac:spMk id="28" creationId="{EA3FD520-8D79-845C-53BA-6B15673FC738}"/>
          </ac:spMkLst>
        </pc:spChg>
        <pc:spChg chg="add mod">
          <ac:chgData name="Jiang, Tracy" userId="797300cd-5ea5-4dea-ab3a-adb1e1491123" providerId="ADAL" clId="{60A49555-F42E-4A86-858D-393162508AAE}" dt="2026-08-13T06:15:43.187" v="30262" actId="14100"/>
          <ac:spMkLst>
            <pc:docMk/>
            <pc:sldMk cId="4068691034" sldId="258"/>
            <ac:spMk id="31" creationId="{51ED875B-E32F-4A8F-AD78-97B76C921243}"/>
          </ac:spMkLst>
        </pc:spChg>
        <pc:spChg chg="add del mod">
          <ac:chgData name="Jiang, Tracy" userId="797300cd-5ea5-4dea-ab3a-adb1e1491123" providerId="ADAL" clId="{60A49555-F42E-4A86-858D-393162508AAE}" dt="2026-08-19T08:32:54.424" v="34657" actId="478"/>
          <ac:spMkLst>
            <pc:docMk/>
            <pc:sldMk cId="4068691034" sldId="258"/>
            <ac:spMk id="32" creationId="{933A973A-6A91-F38B-BCBB-DAEBC912E6B5}"/>
          </ac:spMkLst>
        </pc:spChg>
        <pc:spChg chg="mod">
          <ac:chgData name="Jiang, Tracy" userId="797300cd-5ea5-4dea-ab3a-adb1e1491123" providerId="ADAL" clId="{60A49555-F42E-4A86-858D-393162508AAE}" dt="2026-08-13T06:09:38.024" v="30075" actId="1036"/>
          <ac:spMkLst>
            <pc:docMk/>
            <pc:sldMk cId="4068691034" sldId="258"/>
            <ac:spMk id="34" creationId="{591671C9-F42F-BB80-B4BB-EA939144F543}"/>
          </ac:spMkLst>
        </pc:spChg>
        <pc:spChg chg="mod">
          <ac:chgData name="Jiang, Tracy" userId="797300cd-5ea5-4dea-ab3a-adb1e1491123" providerId="ADAL" clId="{60A49555-F42E-4A86-858D-393162508AAE}" dt="2026-08-13T06:31:08.320" v="30676" actId="242"/>
          <ac:spMkLst>
            <pc:docMk/>
            <pc:sldMk cId="4068691034" sldId="258"/>
            <ac:spMk id="43" creationId="{A9BA16ED-77DC-80F1-B18C-73A16862A47B}"/>
          </ac:spMkLst>
        </pc:spChg>
        <pc:spChg chg="mod">
          <ac:chgData name="Jiang, Tracy" userId="797300cd-5ea5-4dea-ab3a-adb1e1491123" providerId="ADAL" clId="{60A49555-F42E-4A86-858D-393162508AAE}" dt="2026-08-13T06:40:55.987" v="31102" actId="20577"/>
          <ac:spMkLst>
            <pc:docMk/>
            <pc:sldMk cId="4068691034" sldId="258"/>
            <ac:spMk id="46" creationId="{7F646EFB-B633-925F-CE12-C38CD7D4D9C6}"/>
          </ac:spMkLst>
        </pc:spChg>
        <pc:spChg chg="mod">
          <ac:chgData name="Jiang, Tracy" userId="797300cd-5ea5-4dea-ab3a-adb1e1491123" providerId="ADAL" clId="{60A49555-F42E-4A86-858D-393162508AAE}" dt="2026-08-13T05:50:17.121" v="29707" actId="164"/>
          <ac:spMkLst>
            <pc:docMk/>
            <pc:sldMk cId="4068691034" sldId="258"/>
            <ac:spMk id="47" creationId="{EF248BA0-2CCB-BA58-AAE8-7A16A8CB9456}"/>
          </ac:spMkLst>
        </pc:spChg>
        <pc:spChg chg="mod">
          <ac:chgData name="Jiang, Tracy" userId="797300cd-5ea5-4dea-ab3a-adb1e1491123" providerId="ADAL" clId="{60A49555-F42E-4A86-858D-393162508AAE}" dt="2026-08-13T05:26:51.439" v="29629" actId="552"/>
          <ac:spMkLst>
            <pc:docMk/>
            <pc:sldMk cId="4068691034" sldId="258"/>
            <ac:spMk id="48" creationId="{25AC886B-ED5F-6065-4695-F7E2AD32D4E0}"/>
          </ac:spMkLst>
        </pc:spChg>
        <pc:spChg chg="mod">
          <ac:chgData name="Jiang, Tracy" userId="797300cd-5ea5-4dea-ab3a-adb1e1491123" providerId="ADAL" clId="{60A49555-F42E-4A86-858D-393162508AAE}" dt="2026-08-13T06:36:53.113" v="30876" actId="1035"/>
          <ac:spMkLst>
            <pc:docMk/>
            <pc:sldMk cId="4068691034" sldId="258"/>
            <ac:spMk id="51" creationId="{9A245102-C0BB-A520-718C-2ECBF9C79A65}"/>
          </ac:spMkLst>
        </pc:spChg>
        <pc:spChg chg="mod">
          <ac:chgData name="Jiang, Tracy" userId="797300cd-5ea5-4dea-ab3a-adb1e1491123" providerId="ADAL" clId="{60A49555-F42E-4A86-858D-393162508AAE}" dt="2026-08-13T05:26:51.439" v="29629" actId="552"/>
          <ac:spMkLst>
            <pc:docMk/>
            <pc:sldMk cId="4068691034" sldId="258"/>
            <ac:spMk id="53" creationId="{950672BB-AA14-B70B-76A6-9AB55F9F6E21}"/>
          </ac:spMkLst>
        </pc:spChg>
        <pc:spChg chg="mod">
          <ac:chgData name="Jiang, Tracy" userId="797300cd-5ea5-4dea-ab3a-adb1e1491123" providerId="ADAL" clId="{60A49555-F42E-4A86-858D-393162508AAE}" dt="2026-08-13T06:36:48.569" v="30868" actId="1035"/>
          <ac:spMkLst>
            <pc:docMk/>
            <pc:sldMk cId="4068691034" sldId="258"/>
            <ac:spMk id="54" creationId="{CDA41640-AC20-A749-3C49-E99D93853CCD}"/>
          </ac:spMkLst>
        </pc:spChg>
        <pc:spChg chg="mod">
          <ac:chgData name="Jiang, Tracy" userId="797300cd-5ea5-4dea-ab3a-adb1e1491123" providerId="ADAL" clId="{60A49555-F42E-4A86-858D-393162508AAE}" dt="2026-08-13T06:09:38.024" v="30075" actId="1036"/>
          <ac:spMkLst>
            <pc:docMk/>
            <pc:sldMk cId="4068691034" sldId="258"/>
            <ac:spMk id="57" creationId="{41B63543-9E68-B2A4-483B-5C0FEA0FCE18}"/>
          </ac:spMkLst>
        </pc:spChg>
        <pc:spChg chg="mod">
          <ac:chgData name="Jiang, Tracy" userId="797300cd-5ea5-4dea-ab3a-adb1e1491123" providerId="ADAL" clId="{60A49555-F42E-4A86-858D-393162508AAE}" dt="2026-08-13T06:36:53.113" v="30876" actId="1035"/>
          <ac:spMkLst>
            <pc:docMk/>
            <pc:sldMk cId="4068691034" sldId="258"/>
            <ac:spMk id="58" creationId="{5C78A75C-2079-7939-AE20-E1F438750146}"/>
          </ac:spMkLst>
        </pc:spChg>
        <pc:spChg chg="mod">
          <ac:chgData name="Jiang, Tracy" userId="797300cd-5ea5-4dea-ab3a-adb1e1491123" providerId="ADAL" clId="{60A49555-F42E-4A86-858D-393162508AAE}" dt="2026-08-13T06:40:25.050" v="31079" actId="1036"/>
          <ac:spMkLst>
            <pc:docMk/>
            <pc:sldMk cId="4068691034" sldId="258"/>
            <ac:spMk id="69" creationId="{D2F97718-C72A-613C-BB82-ACF0C8A85186}"/>
          </ac:spMkLst>
        </pc:spChg>
        <pc:spChg chg="mod">
          <ac:chgData name="Jiang, Tracy" userId="797300cd-5ea5-4dea-ab3a-adb1e1491123" providerId="ADAL" clId="{60A49555-F42E-4A86-858D-393162508AAE}" dt="2026-08-13T05:51:23.496" v="29736" actId="207"/>
          <ac:spMkLst>
            <pc:docMk/>
            <pc:sldMk cId="4068691034" sldId="258"/>
            <ac:spMk id="70" creationId="{A82BA9DF-737F-B8C1-027B-4674F74F1BD8}"/>
          </ac:spMkLst>
        </pc:spChg>
        <pc:grpChg chg="add mod">
          <ac:chgData name="Jiang, Tracy" userId="797300cd-5ea5-4dea-ab3a-adb1e1491123" providerId="ADAL" clId="{60A49555-F42E-4A86-858D-393162508AAE}" dt="2026-08-13T06:08:54.540" v="30055" actId="1036"/>
          <ac:grpSpMkLst>
            <pc:docMk/>
            <pc:sldMk cId="4068691034" sldId="258"/>
            <ac:grpSpMk id="14" creationId="{3999FB1D-5E93-1994-DDFA-4ABD6B43CFC6}"/>
          </ac:grpSpMkLst>
        </pc:grpChg>
        <pc:grpChg chg="add mod">
          <ac:chgData name="Jiang, Tracy" userId="797300cd-5ea5-4dea-ab3a-adb1e1491123" providerId="ADAL" clId="{60A49555-F42E-4A86-858D-393162508AAE}" dt="2026-08-13T06:36:53.113" v="30876" actId="1035"/>
          <ac:grpSpMkLst>
            <pc:docMk/>
            <pc:sldMk cId="4068691034" sldId="258"/>
            <ac:grpSpMk id="25" creationId="{E909E17C-BE16-4F57-14D9-3242C72D1BA2}"/>
          </ac:grpSpMkLst>
        </pc:grpChg>
        <pc:grpChg chg="add mod">
          <ac:chgData name="Jiang, Tracy" userId="797300cd-5ea5-4dea-ab3a-adb1e1491123" providerId="ADAL" clId="{60A49555-F42E-4A86-858D-393162508AAE}" dt="2026-08-13T06:40:25.050" v="31079" actId="1036"/>
          <ac:grpSpMkLst>
            <pc:docMk/>
            <pc:sldMk cId="4068691034" sldId="258"/>
            <ac:grpSpMk id="29" creationId="{228A38A3-F107-145C-FF66-0BAC43CE805A}"/>
          </ac:grpSpMkLst>
        </pc:grpChg>
        <pc:grpChg chg="add mod">
          <ac:chgData name="Jiang, Tracy" userId="797300cd-5ea5-4dea-ab3a-adb1e1491123" providerId="ADAL" clId="{60A49555-F42E-4A86-858D-393162508AAE}" dt="2026-08-13T05:50:24.377" v="29720" actId="1035"/>
          <ac:grpSpMkLst>
            <pc:docMk/>
            <pc:sldMk cId="4068691034" sldId="258"/>
            <ac:grpSpMk id="30" creationId="{84B4F255-79A9-3EA9-4D53-04720DB6937A}"/>
          </ac:grpSpMkLst>
        </pc:grpChg>
        <pc:grpChg chg="mod">
          <ac:chgData name="Jiang, Tracy" userId="797300cd-5ea5-4dea-ab3a-adb1e1491123" providerId="ADAL" clId="{60A49555-F42E-4A86-858D-393162508AAE}" dt="2026-08-13T06:08:32.717" v="30028" actId="1036"/>
          <ac:grpSpMkLst>
            <pc:docMk/>
            <pc:sldMk cId="4068691034" sldId="258"/>
            <ac:grpSpMk id="35" creationId="{2818387E-83BD-96F3-5203-9A386FD6179E}"/>
          </ac:grpSpMkLst>
        </pc:grpChg>
        <pc:cxnChg chg="mod">
          <ac:chgData name="Jiang, Tracy" userId="797300cd-5ea5-4dea-ab3a-adb1e1491123" providerId="ADAL" clId="{60A49555-F42E-4A86-858D-393162508AAE}" dt="2026-08-13T06:08:41.727" v="30050" actId="1036"/>
          <ac:cxnSpMkLst>
            <pc:docMk/>
            <pc:sldMk cId="4068691034" sldId="258"/>
            <ac:cxnSpMk id="37" creationId="{7948384F-670E-EAC4-C3A1-35CE2A95B6BF}"/>
          </ac:cxnSpMkLst>
        </pc:cxnChg>
        <pc:cxnChg chg="mod">
          <ac:chgData name="Jiang, Tracy" userId="797300cd-5ea5-4dea-ab3a-adb1e1491123" providerId="ADAL" clId="{60A49555-F42E-4A86-858D-393162508AAE}" dt="2026-08-13T06:11:17.807" v="30088" actId="1035"/>
          <ac:cxnSpMkLst>
            <pc:docMk/>
            <pc:sldMk cId="4068691034" sldId="258"/>
            <ac:cxnSpMk id="41" creationId="{225D386A-00D6-C771-835C-418BBEAB0A27}"/>
          </ac:cxnSpMkLst>
        </pc:cxnChg>
        <pc:cxnChg chg="mod">
          <ac:chgData name="Jiang, Tracy" userId="797300cd-5ea5-4dea-ab3a-adb1e1491123" providerId="ADAL" clId="{60A49555-F42E-4A86-858D-393162508AAE}" dt="2026-08-13T06:16:55.120" v="30319" actId="14100"/>
          <ac:cxnSpMkLst>
            <pc:docMk/>
            <pc:sldMk cId="4068691034" sldId="258"/>
            <ac:cxnSpMk id="71" creationId="{1EB62CF9-FBF4-4CA5-21F5-764F94DB15EA}"/>
          </ac:cxnSpMkLst>
        </pc:cxnChg>
      </pc:sldChg>
      <pc:sldChg chg="addSp delSp modSp add mod modShow">
        <pc:chgData name="Jiang, Tracy" userId="797300cd-5ea5-4dea-ab3a-adb1e1491123" providerId="ADAL" clId="{60A49555-F42E-4A86-858D-393162508AAE}" dt="2026-08-19T08:32:11.945" v="34649" actId="478"/>
        <pc:sldMkLst>
          <pc:docMk/>
          <pc:sldMk cId="3527967435" sldId="259"/>
        </pc:sldMkLst>
        <pc:spChg chg="mod">
          <ac:chgData name="Jiang, Tracy" userId="797300cd-5ea5-4dea-ab3a-adb1e1491123" providerId="ADAL" clId="{60A49555-F42E-4A86-858D-393162508AAE}" dt="2026-08-10T10:02:25.769" v="19123" actId="14100"/>
          <ac:spMkLst>
            <pc:docMk/>
            <pc:sldMk cId="3527967435" sldId="259"/>
            <ac:spMk id="2" creationId="{911FBA8C-FB36-1B68-32D0-E3233DAC56CA}"/>
          </ac:spMkLst>
        </pc:spChg>
        <pc:spChg chg="add del mod">
          <ac:chgData name="Jiang, Tracy" userId="797300cd-5ea5-4dea-ab3a-adb1e1491123" providerId="ADAL" clId="{60A49555-F42E-4A86-858D-393162508AAE}" dt="2026-08-19T08:32:11.945" v="34649" actId="478"/>
          <ac:spMkLst>
            <pc:docMk/>
            <pc:sldMk cId="3527967435" sldId="259"/>
            <ac:spMk id="4" creationId="{3056DA0A-8C7C-7DD7-5854-DDA048766598}"/>
          </ac:spMkLst>
        </pc:spChg>
        <pc:spChg chg="mod">
          <ac:chgData name="Jiang, Tracy" userId="797300cd-5ea5-4dea-ab3a-adb1e1491123" providerId="ADAL" clId="{60A49555-F42E-4A86-858D-393162508AAE}" dt="2026-08-10T10:07:22.578" v="19336" actId="139"/>
          <ac:spMkLst>
            <pc:docMk/>
            <pc:sldMk cId="3527967435" sldId="259"/>
            <ac:spMk id="6" creationId="{44820A1A-B980-F9D6-2D42-C5E9C20F0300}"/>
          </ac:spMkLst>
        </pc:spChg>
        <pc:spChg chg="mod">
          <ac:chgData name="Jiang, Tracy" userId="797300cd-5ea5-4dea-ab3a-adb1e1491123" providerId="ADAL" clId="{60A49555-F42E-4A86-858D-393162508AAE}" dt="2026-08-10T10:07:22.486" v="19295" actId="299"/>
          <ac:spMkLst>
            <pc:docMk/>
            <pc:sldMk cId="3527967435" sldId="259"/>
            <ac:spMk id="13" creationId="{3E28C76C-79E6-36A5-C013-8CFB3940285B}"/>
          </ac:spMkLst>
        </pc:spChg>
        <pc:spChg chg="mod">
          <ac:chgData name="Jiang, Tracy" userId="797300cd-5ea5-4dea-ab3a-adb1e1491123" providerId="ADAL" clId="{60A49555-F42E-4A86-858D-393162508AAE}" dt="2026-08-10T10:07:38.647" v="19356"/>
          <ac:spMkLst>
            <pc:docMk/>
            <pc:sldMk cId="3527967435" sldId="259"/>
            <ac:spMk id="14" creationId="{ECD242BC-177A-CD82-AD63-28E17007178D}"/>
          </ac:spMkLst>
        </pc:spChg>
        <pc:spChg chg="mod">
          <ac:chgData name="Jiang, Tracy" userId="797300cd-5ea5-4dea-ab3a-adb1e1491123" providerId="ADAL" clId="{60A49555-F42E-4A86-858D-393162508AAE}" dt="2026-08-10T10:07:28.944" v="19341" actId="14100"/>
          <ac:spMkLst>
            <pc:docMk/>
            <pc:sldMk cId="3527967435" sldId="259"/>
            <ac:spMk id="16" creationId="{0FA8EC00-2F4F-157B-C1F8-B4443FF3F18B}"/>
          </ac:spMkLst>
        </pc:spChg>
        <pc:spChg chg="mod">
          <ac:chgData name="Jiang, Tracy" userId="797300cd-5ea5-4dea-ab3a-adb1e1491123" providerId="ADAL" clId="{60A49555-F42E-4A86-858D-393162508AAE}" dt="2026-08-10T10:07:38.647" v="19356"/>
          <ac:spMkLst>
            <pc:docMk/>
            <pc:sldMk cId="3527967435" sldId="259"/>
            <ac:spMk id="17" creationId="{31ECC011-3D59-BF2F-E420-FA5344465A85}"/>
          </ac:spMkLst>
        </pc:spChg>
        <pc:spChg chg="mod">
          <ac:chgData name="Jiang, Tracy" userId="797300cd-5ea5-4dea-ab3a-adb1e1491123" providerId="ADAL" clId="{60A49555-F42E-4A86-858D-393162508AAE}" dt="2026-08-10T10:07:38.647" v="19356"/>
          <ac:spMkLst>
            <pc:docMk/>
            <pc:sldMk cId="3527967435" sldId="259"/>
            <ac:spMk id="18" creationId="{80F00AC7-B2D4-8E05-3D5C-1C7903ADBDAA}"/>
          </ac:spMkLst>
        </pc:spChg>
        <pc:spChg chg="mod">
          <ac:chgData name="Jiang, Tracy" userId="797300cd-5ea5-4dea-ab3a-adb1e1491123" providerId="ADAL" clId="{60A49555-F42E-4A86-858D-393162508AAE}" dt="2026-08-10T10:07:38.652" v="19360" actId="139"/>
          <ac:spMkLst>
            <pc:docMk/>
            <pc:sldMk cId="3527967435" sldId="259"/>
            <ac:spMk id="19" creationId="{E8B6B74B-3791-A1E7-1B43-7317D9801BD0}"/>
          </ac:spMkLst>
        </pc:spChg>
        <pc:spChg chg="mod">
          <ac:chgData name="Jiang, Tracy" userId="797300cd-5ea5-4dea-ab3a-adb1e1491123" providerId="ADAL" clId="{60A49555-F42E-4A86-858D-393162508AAE}" dt="2026-08-10T10:07:38.652" v="19362"/>
          <ac:spMkLst>
            <pc:docMk/>
            <pc:sldMk cId="3527967435" sldId="259"/>
            <ac:spMk id="20" creationId="{6CDB8197-F330-8124-B3A5-AF8E2B00A3AA}"/>
          </ac:spMkLst>
        </pc:spChg>
        <pc:spChg chg="mod">
          <ac:chgData name="Jiang, Tracy" userId="797300cd-5ea5-4dea-ab3a-adb1e1491123" providerId="ADAL" clId="{60A49555-F42E-4A86-858D-393162508AAE}" dt="2026-08-10T10:07:38.652" v="19366" actId="139"/>
          <ac:spMkLst>
            <pc:docMk/>
            <pc:sldMk cId="3527967435" sldId="259"/>
            <ac:spMk id="21" creationId="{478E3F66-C599-BA1D-9E62-F3148843E88E}"/>
          </ac:spMkLst>
        </pc:spChg>
        <pc:spChg chg="mod">
          <ac:chgData name="Jiang, Tracy" userId="797300cd-5ea5-4dea-ab3a-adb1e1491123" providerId="ADAL" clId="{60A49555-F42E-4A86-858D-393162508AAE}" dt="2026-08-10T09:59:22.715" v="18896"/>
          <ac:spMkLst>
            <pc:docMk/>
            <pc:sldMk cId="3527967435" sldId="259"/>
            <ac:spMk id="27" creationId="{26CCC6F3-09B8-8EB1-DDD0-8AAFCC1C4282}"/>
          </ac:spMkLst>
        </pc:spChg>
        <pc:spChg chg="mod">
          <ac:chgData name="Jiang, Tracy" userId="797300cd-5ea5-4dea-ab3a-adb1e1491123" providerId="ADAL" clId="{60A49555-F42E-4A86-858D-393162508AAE}" dt="2026-08-10T09:59:24.980" v="18897"/>
          <ac:spMkLst>
            <pc:docMk/>
            <pc:sldMk cId="3527967435" sldId="259"/>
            <ac:spMk id="28" creationId="{B6A4EBB6-84C7-0B5A-572D-3BE0B629ADD4}"/>
          </ac:spMkLst>
        </pc:spChg>
        <pc:spChg chg="mod">
          <ac:chgData name="Jiang, Tracy" userId="797300cd-5ea5-4dea-ab3a-adb1e1491123" providerId="ADAL" clId="{60A49555-F42E-4A86-858D-393162508AAE}" dt="2026-08-10T09:55:37.070" v="18818" actId="552"/>
          <ac:spMkLst>
            <pc:docMk/>
            <pc:sldMk cId="3527967435" sldId="259"/>
            <ac:spMk id="29" creationId="{0E24FD07-B4D8-0670-76F6-7888A10824BC}"/>
          </ac:spMkLst>
        </pc:spChg>
        <pc:spChg chg="mod">
          <ac:chgData name="Jiang, Tracy" userId="797300cd-5ea5-4dea-ab3a-adb1e1491123" providerId="ADAL" clId="{60A49555-F42E-4A86-858D-393162508AAE}" dt="2026-08-13T07:37:23.893" v="32288" actId="20577"/>
          <ac:spMkLst>
            <pc:docMk/>
            <pc:sldMk cId="3527967435" sldId="259"/>
            <ac:spMk id="31" creationId="{E05BFBFE-3CBA-CB27-0F3E-C74405854703}"/>
          </ac:spMkLst>
        </pc:spChg>
        <pc:spChg chg="mod">
          <ac:chgData name="Jiang, Tracy" userId="797300cd-5ea5-4dea-ab3a-adb1e1491123" providerId="ADAL" clId="{60A49555-F42E-4A86-858D-393162508AAE}" dt="2026-08-10T09:56:44.722" v="18848" actId="12788"/>
          <ac:spMkLst>
            <pc:docMk/>
            <pc:sldMk cId="3527967435" sldId="259"/>
            <ac:spMk id="32" creationId="{ED58664A-CF54-3581-183C-9CBAD6BC6966}"/>
          </ac:spMkLst>
        </pc:spChg>
        <pc:spChg chg="mod">
          <ac:chgData name="Jiang, Tracy" userId="797300cd-5ea5-4dea-ab3a-adb1e1491123" providerId="ADAL" clId="{60A49555-F42E-4A86-858D-393162508AAE}" dt="2026-08-10T09:56:51.373" v="18850" actId="12788"/>
          <ac:spMkLst>
            <pc:docMk/>
            <pc:sldMk cId="3527967435" sldId="259"/>
            <ac:spMk id="39" creationId="{574AFEFA-DD92-34F8-DA9E-0A4B1764B089}"/>
          </ac:spMkLst>
        </pc:spChg>
        <pc:spChg chg="mod">
          <ac:chgData name="Jiang, Tracy" userId="797300cd-5ea5-4dea-ab3a-adb1e1491123" providerId="ADAL" clId="{60A49555-F42E-4A86-858D-393162508AAE}" dt="2026-08-13T07:36:31.969" v="32198" actId="1035"/>
          <ac:spMkLst>
            <pc:docMk/>
            <pc:sldMk cId="3527967435" sldId="259"/>
            <ac:spMk id="41" creationId="{C2738EAA-30B1-D14E-BF78-244D3D8BE62C}"/>
          </ac:spMkLst>
        </pc:spChg>
        <pc:spChg chg="mod">
          <ac:chgData name="Jiang, Tracy" userId="797300cd-5ea5-4dea-ab3a-adb1e1491123" providerId="ADAL" clId="{60A49555-F42E-4A86-858D-393162508AAE}" dt="2026-08-13T07:36:31.969" v="32198" actId="1035"/>
          <ac:spMkLst>
            <pc:docMk/>
            <pc:sldMk cId="3527967435" sldId="259"/>
            <ac:spMk id="42" creationId="{758AA543-D42A-28CF-3A6F-3D2879572F54}"/>
          </ac:spMkLst>
        </pc:spChg>
        <pc:spChg chg="mod">
          <ac:chgData name="Jiang, Tracy" userId="797300cd-5ea5-4dea-ab3a-adb1e1491123" providerId="ADAL" clId="{60A49555-F42E-4A86-858D-393162508AAE}" dt="2026-08-10T10:07:38.662" v="19368"/>
          <ac:spMkLst>
            <pc:docMk/>
            <pc:sldMk cId="3527967435" sldId="259"/>
            <ac:spMk id="47" creationId="{A1EC1557-514F-7B3B-C4C6-8A5F245F0A20}"/>
          </ac:spMkLst>
        </pc:spChg>
        <pc:spChg chg="mod">
          <ac:chgData name="Jiang, Tracy" userId="797300cd-5ea5-4dea-ab3a-adb1e1491123" providerId="ADAL" clId="{60A49555-F42E-4A86-858D-393162508AAE}" dt="2026-08-10T10:07:38.662" v="19372" actId="139"/>
          <ac:spMkLst>
            <pc:docMk/>
            <pc:sldMk cId="3527967435" sldId="259"/>
            <ac:spMk id="51" creationId="{E4A869F2-1CEA-8F5B-933D-75BB3A99D5F4}"/>
          </ac:spMkLst>
        </pc:spChg>
        <pc:spChg chg="mod">
          <ac:chgData name="Jiang, Tracy" userId="797300cd-5ea5-4dea-ab3a-adb1e1491123" providerId="ADAL" clId="{60A49555-F42E-4A86-858D-393162508AAE}" dt="2026-08-10T10:07:22.537" v="19303"/>
          <ac:spMkLst>
            <pc:docMk/>
            <pc:sldMk cId="3527967435" sldId="259"/>
            <ac:spMk id="54" creationId="{23B8DAD6-837E-AA4B-3860-0CBEACC3BD8A}"/>
          </ac:spMkLst>
        </pc:spChg>
        <pc:spChg chg="mod">
          <ac:chgData name="Jiang, Tracy" userId="797300cd-5ea5-4dea-ab3a-adb1e1491123" providerId="ADAL" clId="{60A49555-F42E-4A86-858D-393162508AAE}" dt="2026-08-10T10:07:22.537" v="19303"/>
          <ac:spMkLst>
            <pc:docMk/>
            <pc:sldMk cId="3527967435" sldId="259"/>
            <ac:spMk id="56" creationId="{DC6BAD43-4E79-A1C5-968B-FFFEECE8C0BC}"/>
          </ac:spMkLst>
        </pc:spChg>
        <pc:spChg chg="mod">
          <ac:chgData name="Jiang, Tracy" userId="797300cd-5ea5-4dea-ab3a-adb1e1491123" providerId="ADAL" clId="{60A49555-F42E-4A86-858D-393162508AAE}" dt="2026-08-10T10:07:22.537" v="19303"/>
          <ac:spMkLst>
            <pc:docMk/>
            <pc:sldMk cId="3527967435" sldId="259"/>
            <ac:spMk id="57" creationId="{7063737F-EE69-5A8B-2F67-671C5B14C2A0}"/>
          </ac:spMkLst>
        </pc:spChg>
        <pc:spChg chg="mod">
          <ac:chgData name="Jiang, Tracy" userId="797300cd-5ea5-4dea-ab3a-adb1e1491123" providerId="ADAL" clId="{60A49555-F42E-4A86-858D-393162508AAE}" dt="2026-08-10T10:07:38.669" v="19376" actId="139"/>
          <ac:spMkLst>
            <pc:docMk/>
            <pc:sldMk cId="3527967435" sldId="259"/>
            <ac:spMk id="63" creationId="{5EF2E49E-175F-5A91-E6E9-EA542AC61255}"/>
          </ac:spMkLst>
        </pc:spChg>
        <pc:spChg chg="mod">
          <ac:chgData name="Jiang, Tracy" userId="797300cd-5ea5-4dea-ab3a-adb1e1491123" providerId="ADAL" clId="{60A49555-F42E-4A86-858D-393162508AAE}" dt="2026-08-10T10:07:38.678" v="19380" actId="139"/>
          <ac:spMkLst>
            <pc:docMk/>
            <pc:sldMk cId="3527967435" sldId="259"/>
            <ac:spMk id="65" creationId="{E3592D16-6CF0-75DF-8705-C2082B4338ED}"/>
          </ac:spMkLst>
        </pc:spChg>
        <pc:spChg chg="mod">
          <ac:chgData name="Jiang, Tracy" userId="797300cd-5ea5-4dea-ab3a-adb1e1491123" providerId="ADAL" clId="{60A49555-F42E-4A86-858D-393162508AAE}" dt="2026-08-10T10:07:22.537" v="19307" actId="139"/>
          <ac:spMkLst>
            <pc:docMk/>
            <pc:sldMk cId="3527967435" sldId="259"/>
            <ac:spMk id="67" creationId="{7109FEA1-356B-14C4-D16D-B9356D512B94}"/>
          </ac:spMkLst>
        </pc:spChg>
        <pc:spChg chg="mod">
          <ac:chgData name="Jiang, Tracy" userId="797300cd-5ea5-4dea-ab3a-adb1e1491123" providerId="ADAL" clId="{60A49555-F42E-4A86-858D-393162508AAE}" dt="2026-08-10T10:07:22.537" v="19309"/>
          <ac:spMkLst>
            <pc:docMk/>
            <pc:sldMk cId="3527967435" sldId="259"/>
            <ac:spMk id="70" creationId="{BF10BCB3-0D5D-9D69-E9BD-F07CB46D30DE}"/>
          </ac:spMkLst>
        </pc:spChg>
        <pc:spChg chg="mod">
          <ac:chgData name="Jiang, Tracy" userId="797300cd-5ea5-4dea-ab3a-adb1e1491123" providerId="ADAL" clId="{60A49555-F42E-4A86-858D-393162508AAE}" dt="2026-08-10T10:07:22.580" v="19338"/>
          <ac:spMkLst>
            <pc:docMk/>
            <pc:sldMk cId="3527967435" sldId="259"/>
            <ac:spMk id="72" creationId="{96974EDB-0A99-8CFD-3184-32BF03188556}"/>
          </ac:spMkLst>
        </pc:spChg>
        <pc:spChg chg="mod">
          <ac:chgData name="Jiang, Tracy" userId="797300cd-5ea5-4dea-ab3a-adb1e1491123" providerId="ADAL" clId="{60A49555-F42E-4A86-858D-393162508AAE}" dt="2026-08-13T07:36:31.969" v="32198" actId="1035"/>
          <ac:spMkLst>
            <pc:docMk/>
            <pc:sldMk cId="3527967435" sldId="259"/>
            <ac:spMk id="74" creationId="{D31E4A78-8CBE-EB9A-7318-F0F3A624DF8C}"/>
          </ac:spMkLst>
        </pc:spChg>
        <pc:spChg chg="mod">
          <ac:chgData name="Jiang, Tracy" userId="797300cd-5ea5-4dea-ab3a-adb1e1491123" providerId="ADAL" clId="{60A49555-F42E-4A86-858D-393162508AAE}" dt="2026-08-10T10:07:22.580" v="19338"/>
          <ac:spMkLst>
            <pc:docMk/>
            <pc:sldMk cId="3527967435" sldId="259"/>
            <ac:spMk id="75" creationId="{00A14E08-8E0E-3998-358C-30D9D9832CDD}"/>
          </ac:spMkLst>
        </pc:spChg>
        <pc:spChg chg="mod">
          <ac:chgData name="Jiang, Tracy" userId="797300cd-5ea5-4dea-ab3a-adb1e1491123" providerId="ADAL" clId="{60A49555-F42E-4A86-858D-393162508AAE}" dt="2026-08-10T10:07:22.580" v="19338"/>
          <ac:spMkLst>
            <pc:docMk/>
            <pc:sldMk cId="3527967435" sldId="259"/>
            <ac:spMk id="76" creationId="{4A2F1665-FA12-BE70-D098-7DF36A0D572E}"/>
          </ac:spMkLst>
        </pc:spChg>
        <pc:spChg chg="mod">
          <ac:chgData name="Jiang, Tracy" userId="797300cd-5ea5-4dea-ab3a-adb1e1491123" providerId="ADAL" clId="{60A49555-F42E-4A86-858D-393162508AAE}" dt="2026-08-10T10:07:38.678" v="19384"/>
          <ac:spMkLst>
            <pc:docMk/>
            <pc:sldMk cId="3527967435" sldId="259"/>
            <ac:spMk id="78" creationId="{2B4F9505-8CD0-09D6-8528-0DE7F3BC6288}"/>
          </ac:spMkLst>
        </pc:spChg>
        <pc:spChg chg="mod">
          <ac:chgData name="Jiang, Tracy" userId="797300cd-5ea5-4dea-ab3a-adb1e1491123" providerId="ADAL" clId="{60A49555-F42E-4A86-858D-393162508AAE}" dt="2026-08-10T10:07:22.537" v="19314"/>
          <ac:spMkLst>
            <pc:docMk/>
            <pc:sldMk cId="3527967435" sldId="259"/>
            <ac:spMk id="79" creationId="{E71B38C8-694E-07A1-51E2-2816B9BAA86B}"/>
          </ac:spMkLst>
        </pc:spChg>
        <pc:spChg chg="mod">
          <ac:chgData name="Jiang, Tracy" userId="797300cd-5ea5-4dea-ab3a-adb1e1491123" providerId="ADAL" clId="{60A49555-F42E-4A86-858D-393162508AAE}" dt="2026-08-10T10:07:22.553" v="19320"/>
          <ac:spMkLst>
            <pc:docMk/>
            <pc:sldMk cId="3527967435" sldId="259"/>
            <ac:spMk id="80" creationId="{AB2D81B6-6E4A-59D8-CCC7-CC98BFB8BAE1}"/>
          </ac:spMkLst>
        </pc:spChg>
        <pc:spChg chg="mod">
          <ac:chgData name="Jiang, Tracy" userId="797300cd-5ea5-4dea-ab3a-adb1e1491123" providerId="ADAL" clId="{60A49555-F42E-4A86-858D-393162508AAE}" dt="2026-08-10T10:07:22.553" v="19324" actId="139"/>
          <ac:spMkLst>
            <pc:docMk/>
            <pc:sldMk cId="3527967435" sldId="259"/>
            <ac:spMk id="81" creationId="{46AEA4C5-43AC-0083-F733-0D7D7EFA1DC0}"/>
          </ac:spMkLst>
        </pc:spChg>
        <pc:spChg chg="mod">
          <ac:chgData name="Jiang, Tracy" userId="797300cd-5ea5-4dea-ab3a-adb1e1491123" providerId="ADAL" clId="{60A49555-F42E-4A86-858D-393162508AAE}" dt="2026-08-13T07:36:31.969" v="32198" actId="1035"/>
          <ac:spMkLst>
            <pc:docMk/>
            <pc:sldMk cId="3527967435" sldId="259"/>
            <ac:spMk id="83" creationId="{93A6C31D-2A8A-59AF-70DA-8851145D8DE3}"/>
          </ac:spMkLst>
        </pc:spChg>
        <pc:spChg chg="mod">
          <ac:chgData name="Jiang, Tracy" userId="797300cd-5ea5-4dea-ab3a-adb1e1491123" providerId="ADAL" clId="{60A49555-F42E-4A86-858D-393162508AAE}" dt="2026-08-10T10:07:38.678" v="19384"/>
          <ac:spMkLst>
            <pc:docMk/>
            <pc:sldMk cId="3527967435" sldId="259"/>
            <ac:spMk id="84" creationId="{6221605C-B61D-1922-95A0-5BB4985AC822}"/>
          </ac:spMkLst>
        </pc:spChg>
        <pc:spChg chg="mod">
          <ac:chgData name="Jiang, Tracy" userId="797300cd-5ea5-4dea-ab3a-adb1e1491123" providerId="ADAL" clId="{60A49555-F42E-4A86-858D-393162508AAE}" dt="2026-08-10T10:07:22.572" v="19332" actId="139"/>
          <ac:spMkLst>
            <pc:docMk/>
            <pc:sldMk cId="3527967435" sldId="259"/>
            <ac:spMk id="85" creationId="{4B7738D9-67B3-BF83-5636-CAC549326C92}"/>
          </ac:spMkLst>
        </pc:spChg>
        <pc:spChg chg="mod">
          <ac:chgData name="Jiang, Tracy" userId="797300cd-5ea5-4dea-ab3a-adb1e1491123" providerId="ADAL" clId="{60A49555-F42E-4A86-858D-393162508AAE}" dt="2026-08-10T10:07:38.678" v="19384"/>
          <ac:spMkLst>
            <pc:docMk/>
            <pc:sldMk cId="3527967435" sldId="259"/>
            <ac:spMk id="88" creationId="{4DA94D21-22CC-3196-38E5-6C88CD9177CE}"/>
          </ac:spMkLst>
        </pc:spChg>
        <pc:spChg chg="mod">
          <ac:chgData name="Jiang, Tracy" userId="797300cd-5ea5-4dea-ab3a-adb1e1491123" providerId="ADAL" clId="{60A49555-F42E-4A86-858D-393162508AAE}" dt="2026-08-10T10:07:38.631" v="19342"/>
          <ac:spMkLst>
            <pc:docMk/>
            <pc:sldMk cId="3527967435" sldId="259"/>
            <ac:spMk id="92" creationId="{92CE6CB8-5B0D-B636-DDE9-38E9D4337CEF}"/>
          </ac:spMkLst>
        </pc:spChg>
        <pc:spChg chg="mod">
          <ac:chgData name="Jiang, Tracy" userId="797300cd-5ea5-4dea-ab3a-adb1e1491123" providerId="ADAL" clId="{60A49555-F42E-4A86-858D-393162508AAE}" dt="2026-08-10T10:07:38.631" v="19348"/>
          <ac:spMkLst>
            <pc:docMk/>
            <pc:sldMk cId="3527967435" sldId="259"/>
            <ac:spMk id="93" creationId="{640BACE0-768D-36F1-8319-C7BB8D7B9A65}"/>
          </ac:spMkLst>
        </pc:spChg>
        <pc:spChg chg="mod">
          <ac:chgData name="Jiang, Tracy" userId="797300cd-5ea5-4dea-ab3a-adb1e1491123" providerId="ADAL" clId="{60A49555-F42E-4A86-858D-393162508AAE}" dt="2026-08-13T07:31:08.150" v="31860" actId="20577"/>
          <ac:spMkLst>
            <pc:docMk/>
            <pc:sldMk cId="3527967435" sldId="259"/>
            <ac:spMk id="94" creationId="{A728BAC7-06B4-873D-BD22-6288BB103352}"/>
          </ac:spMkLst>
        </pc:spChg>
        <pc:spChg chg="mod">
          <ac:chgData name="Jiang, Tracy" userId="797300cd-5ea5-4dea-ab3a-adb1e1491123" providerId="ADAL" clId="{60A49555-F42E-4A86-858D-393162508AAE}" dt="2026-08-10T10:07:38.647" v="19354"/>
          <ac:spMkLst>
            <pc:docMk/>
            <pc:sldMk cId="3527967435" sldId="259"/>
            <ac:spMk id="95" creationId="{C2D49E06-6CE4-161B-E654-A8AAB3837B97}"/>
          </ac:spMkLst>
        </pc:spChg>
        <pc:grpChg chg="mod">
          <ac:chgData name="Jiang, Tracy" userId="797300cd-5ea5-4dea-ab3a-adb1e1491123" providerId="ADAL" clId="{60A49555-F42E-4A86-858D-393162508AAE}" dt="2026-08-10T10:07:38.647" v="19356"/>
          <ac:grpSpMkLst>
            <pc:docMk/>
            <pc:sldMk cId="3527967435" sldId="259"/>
            <ac:grpSpMk id="12" creationId="{5C02E361-9E19-F693-6A5A-B2D2D440E6D8}"/>
          </ac:grpSpMkLst>
        </pc:grpChg>
        <pc:grpChg chg="mod">
          <ac:chgData name="Jiang, Tracy" userId="797300cd-5ea5-4dea-ab3a-adb1e1491123" providerId="ADAL" clId="{60A49555-F42E-4A86-858D-393162508AAE}" dt="2026-08-10T10:07:38.647" v="19356"/>
          <ac:grpSpMkLst>
            <pc:docMk/>
            <pc:sldMk cId="3527967435" sldId="259"/>
            <ac:grpSpMk id="15" creationId="{CDD687A9-0717-7D07-F1D1-9EDD967E8155}"/>
          </ac:grpSpMkLst>
        </pc:grpChg>
        <pc:grpChg chg="add mod">
          <ac:chgData name="Jiang, Tracy" userId="797300cd-5ea5-4dea-ab3a-adb1e1491123" providerId="ADAL" clId="{60A49555-F42E-4A86-858D-393162508AAE}" dt="2026-08-13T07:32:55.102" v="32072" actId="14100"/>
          <ac:grpSpMkLst>
            <pc:docMk/>
            <pc:sldMk cId="3527967435" sldId="259"/>
            <ac:grpSpMk id="26" creationId="{8E1B28D1-5D7C-2DE7-ED7E-6F9BE062AFCB}"/>
          </ac:grpSpMkLst>
        </pc:grpChg>
        <pc:grpChg chg="mod">
          <ac:chgData name="Jiang, Tracy" userId="797300cd-5ea5-4dea-ab3a-adb1e1491123" providerId="ADAL" clId="{60A49555-F42E-4A86-858D-393162508AAE}" dt="2026-08-10T10:07:22.537" v="19303"/>
          <ac:grpSpMkLst>
            <pc:docMk/>
            <pc:sldMk cId="3527967435" sldId="259"/>
            <ac:grpSpMk id="53" creationId="{10C807B5-08CE-F6BD-9C8E-4E2B2C585DCB}"/>
          </ac:grpSpMkLst>
        </pc:grpChg>
        <pc:grpChg chg="mod">
          <ac:chgData name="Jiang, Tracy" userId="797300cd-5ea5-4dea-ab3a-adb1e1491123" providerId="ADAL" clId="{60A49555-F42E-4A86-858D-393162508AAE}" dt="2026-08-10T10:07:22.537" v="19303"/>
          <ac:grpSpMkLst>
            <pc:docMk/>
            <pc:sldMk cId="3527967435" sldId="259"/>
            <ac:grpSpMk id="55" creationId="{4A2ABD18-9E0C-0EC1-F1F8-D56186639477}"/>
          </ac:grpSpMkLst>
        </pc:grpChg>
        <pc:grpChg chg="mod">
          <ac:chgData name="Jiang, Tracy" userId="797300cd-5ea5-4dea-ab3a-adb1e1491123" providerId="ADAL" clId="{60A49555-F42E-4A86-858D-393162508AAE}" dt="2026-08-10T10:07:22.580" v="19338"/>
          <ac:grpSpMkLst>
            <pc:docMk/>
            <pc:sldMk cId="3527967435" sldId="259"/>
            <ac:grpSpMk id="69" creationId="{B0ECD2FE-4972-C7F6-6107-EAEC036267B6}"/>
          </ac:grpSpMkLst>
        </pc:grpChg>
        <pc:grpChg chg="mod">
          <ac:chgData name="Jiang, Tracy" userId="797300cd-5ea5-4dea-ab3a-adb1e1491123" providerId="ADAL" clId="{60A49555-F42E-4A86-858D-393162508AAE}" dt="2026-08-10T10:07:22.580" v="19338"/>
          <ac:grpSpMkLst>
            <pc:docMk/>
            <pc:sldMk cId="3527967435" sldId="259"/>
            <ac:grpSpMk id="73" creationId="{5DB7F134-C174-51F2-003D-8E27295E213D}"/>
          </ac:grpSpMkLst>
        </pc:grpChg>
        <pc:grpChg chg="mod">
          <ac:chgData name="Jiang, Tracy" userId="797300cd-5ea5-4dea-ab3a-adb1e1491123" providerId="ADAL" clId="{60A49555-F42E-4A86-858D-393162508AAE}" dt="2026-08-10T10:07:38.678" v="19384"/>
          <ac:grpSpMkLst>
            <pc:docMk/>
            <pc:sldMk cId="3527967435" sldId="259"/>
            <ac:grpSpMk id="77" creationId="{3CE2742E-FBA1-3FF1-CD6C-3BF6A715F125}"/>
          </ac:grpSpMkLst>
        </pc:grpChg>
        <pc:grpChg chg="mod">
          <ac:chgData name="Jiang, Tracy" userId="797300cd-5ea5-4dea-ab3a-adb1e1491123" providerId="ADAL" clId="{60A49555-F42E-4A86-858D-393162508AAE}" dt="2026-08-10T10:07:38.678" v="19384"/>
          <ac:grpSpMkLst>
            <pc:docMk/>
            <pc:sldMk cId="3527967435" sldId="259"/>
            <ac:grpSpMk id="82" creationId="{DF2090B4-5A0C-E88B-C444-F30BBAB54EAD}"/>
          </ac:grpSpMkLst>
        </pc:grpChg>
        <pc:graphicFrameChg chg="mod">
          <ac:chgData name="Jiang, Tracy" userId="797300cd-5ea5-4dea-ab3a-adb1e1491123" providerId="ADAL" clId="{60A49555-F42E-4A86-858D-393162508AAE}" dt="2026-08-10T10:07:38.686" v="19386"/>
          <ac:graphicFrameMkLst>
            <pc:docMk/>
            <pc:sldMk cId="3527967435" sldId="259"/>
            <ac:graphicFrameMk id="5" creationId="{77C078FD-CFCA-4A28-C260-EA2B94C343E4}"/>
          </ac:graphicFrameMkLst>
        </pc:graphicFrameChg>
        <pc:picChg chg="mod">
          <ac:chgData name="Jiang, Tracy" userId="797300cd-5ea5-4dea-ab3a-adb1e1491123" providerId="ADAL" clId="{60A49555-F42E-4A86-858D-393162508AAE}" dt="2026-08-10T10:07:38.678" v="19382"/>
          <ac:picMkLst>
            <pc:docMk/>
            <pc:sldMk cId="3527967435" sldId="259"/>
            <ac:picMk id="68" creationId="{E65FC061-2311-3431-4605-A30D47E17B9B}"/>
          </ac:picMkLst>
        </pc:picChg>
        <pc:cxnChg chg="mod">
          <ac:chgData name="Jiang, Tracy" userId="797300cd-5ea5-4dea-ab3a-adb1e1491123" providerId="ADAL" clId="{60A49555-F42E-4A86-858D-393162508AAE}" dt="2026-08-10T10:07:28.944" v="19341" actId="14100"/>
          <ac:cxnSpMkLst>
            <pc:docMk/>
            <pc:sldMk cId="3527967435" sldId="259"/>
            <ac:cxnSpMk id="30" creationId="{7ECD4087-4951-ADBD-49A5-9D7F23E56E56}"/>
          </ac:cxnSpMkLst>
        </pc:cxnChg>
        <pc:cxnChg chg="mod">
          <ac:chgData name="Jiang, Tracy" userId="797300cd-5ea5-4dea-ab3a-adb1e1491123" providerId="ADAL" clId="{60A49555-F42E-4A86-858D-393162508AAE}" dt="2026-08-10T10:07:49.387" v="19387" actId="554"/>
          <ac:cxnSpMkLst>
            <pc:docMk/>
            <pc:sldMk cId="3527967435" sldId="259"/>
            <ac:cxnSpMk id="33" creationId="{F4A9FB7B-970A-1CCF-3C34-D461F7B257C8}"/>
          </ac:cxnSpMkLst>
        </pc:cxnChg>
        <pc:cxnChg chg="mod">
          <ac:chgData name="Jiang, Tracy" userId="797300cd-5ea5-4dea-ab3a-adb1e1491123" providerId="ADAL" clId="{60A49555-F42E-4A86-858D-393162508AAE}" dt="2026-08-10T09:55:45.044" v="18825" actId="1035"/>
          <ac:cxnSpMkLst>
            <pc:docMk/>
            <pc:sldMk cId="3527967435" sldId="259"/>
            <ac:cxnSpMk id="36" creationId="{112E0037-7610-42DB-6A47-64C2F7BE7409}"/>
          </ac:cxnSpMkLst>
        </pc:cxnChg>
        <pc:cxnChg chg="mod">
          <ac:chgData name="Jiang, Tracy" userId="797300cd-5ea5-4dea-ab3a-adb1e1491123" providerId="ADAL" clId="{60A49555-F42E-4A86-858D-393162508AAE}" dt="2026-08-10T10:06:03.164" v="19291" actId="553"/>
          <ac:cxnSpMkLst>
            <pc:docMk/>
            <pc:sldMk cId="3527967435" sldId="259"/>
            <ac:cxnSpMk id="37" creationId="{333F713F-D084-2825-ECB0-C995294E60BF}"/>
          </ac:cxnSpMkLst>
        </pc:cxnChg>
        <pc:cxnChg chg="mod">
          <ac:chgData name="Jiang, Tracy" userId="797300cd-5ea5-4dea-ab3a-adb1e1491123" providerId="ADAL" clId="{60A49555-F42E-4A86-858D-393162508AAE}" dt="2026-08-10T10:07:49.387" v="19387" actId="554"/>
          <ac:cxnSpMkLst>
            <pc:docMk/>
            <pc:sldMk cId="3527967435" sldId="259"/>
            <ac:cxnSpMk id="40" creationId="{8458D5CC-8097-5643-E794-A54A232B073A}"/>
          </ac:cxnSpMkLst>
        </pc:cxnChg>
      </pc:sldChg>
      <pc:sldChg chg="addSp delSp modSp mod modShow">
        <pc:chgData name="Jiang, Tracy" userId="797300cd-5ea5-4dea-ab3a-adb1e1491123" providerId="ADAL" clId="{60A49555-F42E-4A86-858D-393162508AAE}" dt="2026-08-13T08:46:47.466" v="34268" actId="20577"/>
        <pc:sldMkLst>
          <pc:docMk/>
          <pc:sldMk cId="1831642362" sldId="260"/>
        </pc:sldMkLst>
        <pc:spChg chg="mod ord">
          <ac:chgData name="Jiang, Tracy" userId="797300cd-5ea5-4dea-ab3a-adb1e1491123" providerId="ADAL" clId="{60A49555-F42E-4A86-858D-393162508AAE}" dt="2026-08-13T07:58:26.414" v="33517"/>
          <ac:spMkLst>
            <pc:docMk/>
            <pc:sldMk cId="1831642362" sldId="260"/>
            <ac:spMk id="4" creationId="{A196E0C6-1F87-5712-892C-5C30517A5096}"/>
          </ac:spMkLst>
        </pc:spChg>
        <pc:spChg chg="mod ord">
          <ac:chgData name="Jiang, Tracy" userId="797300cd-5ea5-4dea-ab3a-adb1e1491123" providerId="ADAL" clId="{60A49555-F42E-4A86-858D-393162508AAE}" dt="2026-08-13T08:46:47.466" v="34268" actId="20577"/>
          <ac:spMkLst>
            <pc:docMk/>
            <pc:sldMk cId="1831642362" sldId="260"/>
            <ac:spMk id="8" creationId="{668734CA-96B8-72B5-D565-F8E3BEB739A2}"/>
          </ac:spMkLst>
        </pc:spChg>
        <pc:spChg chg="mod ord">
          <ac:chgData name="Jiang, Tracy" userId="797300cd-5ea5-4dea-ab3a-adb1e1491123" providerId="ADAL" clId="{60A49555-F42E-4A86-858D-393162508AAE}" dt="2026-08-13T07:58:26.434" v="33556"/>
          <ac:spMkLst>
            <pc:docMk/>
            <pc:sldMk cId="1831642362" sldId="260"/>
            <ac:spMk id="9" creationId="{3ACA0777-ADED-9D73-D4AC-EA30976CD21A}"/>
          </ac:spMkLst>
        </pc:spChg>
        <pc:spChg chg="mod">
          <ac:chgData name="Jiang, Tracy" userId="797300cd-5ea5-4dea-ab3a-adb1e1491123" providerId="ADAL" clId="{60A49555-F42E-4A86-858D-393162508AAE}" dt="2026-08-13T07:58:26.414" v="33520"/>
          <ac:spMkLst>
            <pc:docMk/>
            <pc:sldMk cId="1831642362" sldId="260"/>
            <ac:spMk id="14" creationId="{78B5D682-E09E-A5B4-F19E-7D983544944C}"/>
          </ac:spMkLst>
        </pc:spChg>
        <pc:spChg chg="mod">
          <ac:chgData name="Jiang, Tracy" userId="797300cd-5ea5-4dea-ab3a-adb1e1491123" providerId="ADAL" clId="{60A49555-F42E-4A86-858D-393162508AAE}" dt="2026-08-13T07:58:26.416" v="33521"/>
          <ac:spMkLst>
            <pc:docMk/>
            <pc:sldMk cId="1831642362" sldId="260"/>
            <ac:spMk id="16" creationId="{E80227FB-5DFC-18D4-2A6F-FB6386F8A1F0}"/>
          </ac:spMkLst>
        </pc:spChg>
        <pc:spChg chg="mod">
          <ac:chgData name="Jiang, Tracy" userId="797300cd-5ea5-4dea-ab3a-adb1e1491123" providerId="ADAL" clId="{60A49555-F42E-4A86-858D-393162508AAE}" dt="2026-08-13T07:58:26.416" v="33522"/>
          <ac:spMkLst>
            <pc:docMk/>
            <pc:sldMk cId="1831642362" sldId="260"/>
            <ac:spMk id="17" creationId="{A734D1AB-EC59-C21E-9F35-7A68810F1947}"/>
          </ac:spMkLst>
        </pc:spChg>
        <pc:spChg chg="add mod">
          <ac:chgData name="Jiang, Tracy" userId="797300cd-5ea5-4dea-ab3a-adb1e1491123" providerId="ADAL" clId="{60A49555-F42E-4A86-858D-393162508AAE}" dt="2026-08-13T08:04:41.418" v="33707" actId="552"/>
          <ac:spMkLst>
            <pc:docMk/>
            <pc:sldMk cId="1831642362" sldId="260"/>
            <ac:spMk id="22" creationId="{028790F9-B79F-36E2-1664-2F77A3F0A1DD}"/>
          </ac:spMkLst>
        </pc:spChg>
        <pc:spChg chg="mod">
          <ac:chgData name="Jiang, Tracy" userId="797300cd-5ea5-4dea-ab3a-adb1e1491123" providerId="ADAL" clId="{60A49555-F42E-4A86-858D-393162508AAE}" dt="2026-08-13T07:58:26.416" v="33523"/>
          <ac:spMkLst>
            <pc:docMk/>
            <pc:sldMk cId="1831642362" sldId="260"/>
            <ac:spMk id="23" creationId="{0DE2E2C4-0635-9E7E-0AD7-1DD0153E5078}"/>
          </ac:spMkLst>
        </pc:spChg>
        <pc:spChg chg="mod">
          <ac:chgData name="Jiang, Tracy" userId="797300cd-5ea5-4dea-ab3a-adb1e1491123" providerId="ADAL" clId="{60A49555-F42E-4A86-858D-393162508AAE}" dt="2026-08-13T07:58:26.418" v="33524"/>
          <ac:spMkLst>
            <pc:docMk/>
            <pc:sldMk cId="1831642362" sldId="260"/>
            <ac:spMk id="24" creationId="{9BA77C5C-E85D-D919-5FF0-8F755615C309}"/>
          </ac:spMkLst>
        </pc:spChg>
        <pc:spChg chg="add mod">
          <ac:chgData name="Jiang, Tracy" userId="797300cd-5ea5-4dea-ab3a-adb1e1491123" providerId="ADAL" clId="{60A49555-F42E-4A86-858D-393162508AAE}" dt="2026-08-13T08:04:41.418" v="33707" actId="552"/>
          <ac:spMkLst>
            <pc:docMk/>
            <pc:sldMk cId="1831642362" sldId="260"/>
            <ac:spMk id="25" creationId="{379F7C75-1FF0-2441-7CCB-21065C0A2D0B}"/>
          </ac:spMkLst>
        </pc:spChg>
        <pc:spChg chg="add mod">
          <ac:chgData name="Jiang, Tracy" userId="797300cd-5ea5-4dea-ab3a-adb1e1491123" providerId="ADAL" clId="{60A49555-F42E-4A86-858D-393162508AAE}" dt="2026-08-13T08:04:41.418" v="33707" actId="552"/>
          <ac:spMkLst>
            <pc:docMk/>
            <pc:sldMk cId="1831642362" sldId="260"/>
            <ac:spMk id="26" creationId="{414A0074-1FD2-7DD0-13DC-7865AB96BDC5}"/>
          </ac:spMkLst>
        </pc:spChg>
        <pc:spChg chg="mod">
          <ac:chgData name="Jiang, Tracy" userId="797300cd-5ea5-4dea-ab3a-adb1e1491123" providerId="ADAL" clId="{60A49555-F42E-4A86-858D-393162508AAE}" dt="2026-08-13T07:58:26.418" v="33525"/>
          <ac:spMkLst>
            <pc:docMk/>
            <pc:sldMk cId="1831642362" sldId="260"/>
            <ac:spMk id="30" creationId="{14E8B491-1C57-EDF2-6488-63F93F7ADF48}"/>
          </ac:spMkLst>
        </pc:spChg>
        <pc:spChg chg="mod">
          <ac:chgData name="Jiang, Tracy" userId="797300cd-5ea5-4dea-ab3a-adb1e1491123" providerId="ADAL" clId="{60A49555-F42E-4A86-858D-393162508AAE}" dt="2026-08-13T07:58:26.420" v="33526"/>
          <ac:spMkLst>
            <pc:docMk/>
            <pc:sldMk cId="1831642362" sldId="260"/>
            <ac:spMk id="31" creationId="{AA1CC9E4-6154-5988-BF1B-9F80519F8B0B}"/>
          </ac:spMkLst>
        </pc:spChg>
        <pc:spChg chg="mod ord">
          <ac:chgData name="Jiang, Tracy" userId="797300cd-5ea5-4dea-ab3a-adb1e1491123" providerId="ADAL" clId="{60A49555-F42E-4A86-858D-393162508AAE}" dt="2026-08-13T07:58:55.032" v="33593" actId="1076"/>
          <ac:spMkLst>
            <pc:docMk/>
            <pc:sldMk cId="1831642362" sldId="260"/>
            <ac:spMk id="36" creationId="{A1EB9293-B86D-C997-2A61-1CB8021F968F}"/>
          </ac:spMkLst>
        </pc:spChg>
        <pc:spChg chg="mod">
          <ac:chgData name="Jiang, Tracy" userId="797300cd-5ea5-4dea-ab3a-adb1e1491123" providerId="ADAL" clId="{60A49555-F42E-4A86-858D-393162508AAE}" dt="2026-08-13T07:58:26.420" v="33527"/>
          <ac:spMkLst>
            <pc:docMk/>
            <pc:sldMk cId="1831642362" sldId="260"/>
            <ac:spMk id="37" creationId="{500772ED-E0AD-99B3-875E-B073D8200DAD}"/>
          </ac:spMkLst>
        </pc:spChg>
        <pc:spChg chg="mod ord">
          <ac:chgData name="Jiang, Tracy" userId="797300cd-5ea5-4dea-ab3a-adb1e1491123" providerId="ADAL" clId="{60A49555-F42E-4A86-858D-393162508AAE}" dt="2026-08-13T08:18:14.335" v="34128" actId="20577"/>
          <ac:spMkLst>
            <pc:docMk/>
            <pc:sldMk cId="1831642362" sldId="260"/>
            <ac:spMk id="39" creationId="{D303E82B-E3EA-B597-192A-773076C01C94}"/>
          </ac:spMkLst>
        </pc:spChg>
        <pc:spChg chg="mod ord">
          <ac:chgData name="Jiang, Tracy" userId="797300cd-5ea5-4dea-ab3a-adb1e1491123" providerId="ADAL" clId="{60A49555-F42E-4A86-858D-393162508AAE}" dt="2026-08-13T07:58:26.434" v="33564"/>
          <ac:spMkLst>
            <pc:docMk/>
            <pc:sldMk cId="1831642362" sldId="260"/>
            <ac:spMk id="40" creationId="{53A77566-DA49-8E65-8180-4B8A66195146}"/>
          </ac:spMkLst>
        </pc:spChg>
        <pc:spChg chg="mod ord">
          <ac:chgData name="Jiang, Tracy" userId="797300cd-5ea5-4dea-ab3a-adb1e1491123" providerId="ADAL" clId="{60A49555-F42E-4A86-858D-393162508AAE}" dt="2026-08-13T07:58:26.442" v="33570"/>
          <ac:spMkLst>
            <pc:docMk/>
            <pc:sldMk cId="1831642362" sldId="260"/>
            <ac:spMk id="41" creationId="{10333290-7603-F82C-B493-0D986DE9D2C0}"/>
          </ac:spMkLst>
        </pc:spChg>
        <pc:spChg chg="mod ord">
          <ac:chgData name="Jiang, Tracy" userId="797300cd-5ea5-4dea-ab3a-adb1e1491123" providerId="ADAL" clId="{60A49555-F42E-4A86-858D-393162508AAE}" dt="2026-08-13T08:09:16.761" v="33883" actId="242"/>
          <ac:spMkLst>
            <pc:docMk/>
            <pc:sldMk cId="1831642362" sldId="260"/>
            <ac:spMk id="54" creationId="{5D7E5CE4-6AC8-C0C9-8CDC-0977950EA070}"/>
          </ac:spMkLst>
        </pc:spChg>
        <pc:spChg chg="mod ord">
          <ac:chgData name="Jiang, Tracy" userId="797300cd-5ea5-4dea-ab3a-adb1e1491123" providerId="ADAL" clId="{60A49555-F42E-4A86-858D-393162508AAE}" dt="2026-08-13T08:05:45.933" v="33717" actId="1036"/>
          <ac:spMkLst>
            <pc:docMk/>
            <pc:sldMk cId="1831642362" sldId="260"/>
            <ac:spMk id="55" creationId="{57E293F6-6613-277F-DB63-9B99653ACB94}"/>
          </ac:spMkLst>
        </pc:spChg>
        <pc:spChg chg="mod ord">
          <ac:chgData name="Jiang, Tracy" userId="797300cd-5ea5-4dea-ab3a-adb1e1491123" providerId="ADAL" clId="{60A49555-F42E-4A86-858D-393162508AAE}" dt="2026-08-13T08:05:45.933" v="33717" actId="1036"/>
          <ac:spMkLst>
            <pc:docMk/>
            <pc:sldMk cId="1831642362" sldId="260"/>
            <ac:spMk id="56" creationId="{AB26812D-5A82-9860-80D9-586FC41235BF}"/>
          </ac:spMkLst>
        </pc:spChg>
        <pc:spChg chg="mod ord">
          <ac:chgData name="Jiang, Tracy" userId="797300cd-5ea5-4dea-ab3a-adb1e1491123" providerId="ADAL" clId="{60A49555-F42E-4A86-858D-393162508AAE}" dt="2026-08-13T08:09:16.761" v="33883" actId="242"/>
          <ac:spMkLst>
            <pc:docMk/>
            <pc:sldMk cId="1831642362" sldId="260"/>
            <ac:spMk id="58" creationId="{3867A428-20F7-8187-1A62-1D25AC7AB517}"/>
          </ac:spMkLst>
        </pc:spChg>
        <pc:spChg chg="mod ord">
          <ac:chgData name="Jiang, Tracy" userId="797300cd-5ea5-4dea-ab3a-adb1e1491123" providerId="ADAL" clId="{60A49555-F42E-4A86-858D-393162508AAE}" dt="2026-08-13T08:05:50.036" v="33722" actId="1036"/>
          <ac:spMkLst>
            <pc:docMk/>
            <pc:sldMk cId="1831642362" sldId="260"/>
            <ac:spMk id="59" creationId="{7321323D-65F0-E51B-B05E-8CCB0D60B11F}"/>
          </ac:spMkLst>
        </pc:spChg>
        <pc:spChg chg="mod ord">
          <ac:chgData name="Jiang, Tracy" userId="797300cd-5ea5-4dea-ab3a-adb1e1491123" providerId="ADAL" clId="{60A49555-F42E-4A86-858D-393162508AAE}" dt="2026-08-13T08:05:50.036" v="33722" actId="1036"/>
          <ac:spMkLst>
            <pc:docMk/>
            <pc:sldMk cId="1831642362" sldId="260"/>
            <ac:spMk id="60" creationId="{0AF09089-A2F7-1C65-797E-F5D231A6B244}"/>
          </ac:spMkLst>
        </pc:spChg>
        <pc:spChg chg="mod ord">
          <ac:chgData name="Jiang, Tracy" userId="797300cd-5ea5-4dea-ab3a-adb1e1491123" providerId="ADAL" clId="{60A49555-F42E-4A86-858D-393162508AAE}" dt="2026-08-13T07:58:26.422" v="33531"/>
          <ac:spMkLst>
            <pc:docMk/>
            <pc:sldMk cId="1831642362" sldId="260"/>
            <ac:spMk id="463" creationId="{61016F2B-73E2-4931-F4BB-6D6677EE813B}"/>
          </ac:spMkLst>
        </pc:spChg>
        <pc:spChg chg="mod">
          <ac:chgData name="Jiang, Tracy" userId="797300cd-5ea5-4dea-ab3a-adb1e1491123" providerId="ADAL" clId="{60A49555-F42E-4A86-858D-393162508AAE}" dt="2026-08-13T07:58:26.422" v="33532"/>
          <ac:spMkLst>
            <pc:docMk/>
            <pc:sldMk cId="1831642362" sldId="260"/>
            <ac:spMk id="464" creationId="{54B0EA58-D3A0-9540-21EB-8FD94BC5492B}"/>
          </ac:spMkLst>
        </pc:spChg>
        <pc:spChg chg="mod ord">
          <ac:chgData name="Jiang, Tracy" userId="797300cd-5ea5-4dea-ab3a-adb1e1491123" providerId="ADAL" clId="{60A49555-F42E-4A86-858D-393162508AAE}" dt="2026-08-13T07:58:26.422" v="33534"/>
          <ac:spMkLst>
            <pc:docMk/>
            <pc:sldMk cId="1831642362" sldId="260"/>
            <ac:spMk id="465" creationId="{5ED93A0F-9A6A-0C20-ED1B-394768CAE4F1}"/>
          </ac:spMkLst>
        </pc:spChg>
        <pc:spChg chg="mod">
          <ac:chgData name="Jiang, Tracy" userId="797300cd-5ea5-4dea-ab3a-adb1e1491123" providerId="ADAL" clId="{60A49555-F42E-4A86-858D-393162508AAE}" dt="2026-08-13T07:58:26.422" v="33535"/>
          <ac:spMkLst>
            <pc:docMk/>
            <pc:sldMk cId="1831642362" sldId="260"/>
            <ac:spMk id="466" creationId="{7E704D30-F045-2C67-2998-BCE110B83471}"/>
          </ac:spMkLst>
        </pc:spChg>
        <pc:spChg chg="mod ord">
          <ac:chgData name="Jiang, Tracy" userId="797300cd-5ea5-4dea-ab3a-adb1e1491123" providerId="ADAL" clId="{60A49555-F42E-4A86-858D-393162508AAE}" dt="2026-08-13T07:58:26.422" v="33537"/>
          <ac:spMkLst>
            <pc:docMk/>
            <pc:sldMk cId="1831642362" sldId="260"/>
            <ac:spMk id="467" creationId="{A7583E2C-3DDD-DBC1-A70E-6C46F2743F35}"/>
          </ac:spMkLst>
        </pc:spChg>
        <pc:spChg chg="mod">
          <ac:chgData name="Jiang, Tracy" userId="797300cd-5ea5-4dea-ab3a-adb1e1491123" providerId="ADAL" clId="{60A49555-F42E-4A86-858D-393162508AAE}" dt="2026-08-13T07:58:26.422" v="33538"/>
          <ac:spMkLst>
            <pc:docMk/>
            <pc:sldMk cId="1831642362" sldId="260"/>
            <ac:spMk id="468" creationId="{2EAE758F-7F44-8E84-BD72-6FC3C393BC5E}"/>
          </ac:spMkLst>
        </pc:spChg>
        <pc:spChg chg="mod ord">
          <ac:chgData name="Jiang, Tracy" userId="797300cd-5ea5-4dea-ab3a-adb1e1491123" providerId="ADAL" clId="{60A49555-F42E-4A86-858D-393162508AAE}" dt="2026-08-13T07:58:26.422" v="33540"/>
          <ac:spMkLst>
            <pc:docMk/>
            <pc:sldMk cId="1831642362" sldId="260"/>
            <ac:spMk id="469" creationId="{F2673AC9-0CD2-FE83-0907-4AE002E286F1}"/>
          </ac:spMkLst>
        </pc:spChg>
        <pc:spChg chg="mod">
          <ac:chgData name="Jiang, Tracy" userId="797300cd-5ea5-4dea-ab3a-adb1e1491123" providerId="ADAL" clId="{60A49555-F42E-4A86-858D-393162508AAE}" dt="2026-08-13T07:58:26.422" v="33541"/>
          <ac:spMkLst>
            <pc:docMk/>
            <pc:sldMk cId="1831642362" sldId="260"/>
            <ac:spMk id="470" creationId="{838D166F-8CC5-FC7E-6146-B2B84EE5C89E}"/>
          </ac:spMkLst>
        </pc:spChg>
        <pc:spChg chg="mod ord">
          <ac:chgData name="Jiang, Tracy" userId="797300cd-5ea5-4dea-ab3a-adb1e1491123" providerId="ADAL" clId="{60A49555-F42E-4A86-858D-393162508AAE}" dt="2026-08-13T07:58:26.422" v="33548"/>
          <ac:spMkLst>
            <pc:docMk/>
            <pc:sldMk cId="1831642362" sldId="260"/>
            <ac:spMk id="492" creationId="{D2604B92-B737-7B95-6C1A-71ABA10F6C07}"/>
          </ac:spMkLst>
        </pc:spChg>
        <pc:spChg chg="mod ord">
          <ac:chgData name="Jiang, Tracy" userId="797300cd-5ea5-4dea-ab3a-adb1e1491123" providerId="ADAL" clId="{60A49555-F42E-4A86-858D-393162508AAE}" dt="2026-08-13T07:58:26.434" v="33550"/>
          <ac:spMkLst>
            <pc:docMk/>
            <pc:sldMk cId="1831642362" sldId="260"/>
            <ac:spMk id="495" creationId="{E195902C-DE94-72C3-12A7-D172013B3209}"/>
          </ac:spMkLst>
        </pc:spChg>
        <pc:spChg chg="mod ord">
          <ac:chgData name="Jiang, Tracy" userId="797300cd-5ea5-4dea-ab3a-adb1e1491123" providerId="ADAL" clId="{60A49555-F42E-4A86-858D-393162508AAE}" dt="2026-08-13T07:58:26.434" v="33560"/>
          <ac:spMkLst>
            <pc:docMk/>
            <pc:sldMk cId="1831642362" sldId="260"/>
            <ac:spMk id="507" creationId="{BA9DE1B2-3B62-0FA1-7CDE-9A4839CA7744}"/>
          </ac:spMkLst>
        </pc:spChg>
        <pc:spChg chg="mod ord">
          <ac:chgData name="Jiang, Tracy" userId="797300cd-5ea5-4dea-ab3a-adb1e1491123" providerId="ADAL" clId="{60A49555-F42E-4A86-858D-393162508AAE}" dt="2026-08-13T08:06:12.030" v="33788" actId="2711"/>
          <ac:spMkLst>
            <pc:docMk/>
            <pc:sldMk cId="1831642362" sldId="260"/>
            <ac:spMk id="508" creationId="{4F0DCE32-1FEF-E4BB-A613-3F2280E7D445}"/>
          </ac:spMkLst>
        </pc:spChg>
        <pc:grpChg chg="mod ord">
          <ac:chgData name="Jiang, Tracy" userId="797300cd-5ea5-4dea-ab3a-adb1e1491123" providerId="ADAL" clId="{60A49555-F42E-4A86-858D-393162508AAE}" dt="2026-08-13T07:58:26.434" v="33558"/>
          <ac:grpSpMkLst>
            <pc:docMk/>
            <pc:sldMk cId="1831642362" sldId="260"/>
            <ac:grpSpMk id="10" creationId="{CA8507A5-2438-0E69-5D39-172CD1EA1616}"/>
          </ac:grpSpMkLst>
        </pc:grpChg>
        <pc:graphicFrameChg chg="mod">
          <ac:chgData name="Jiang, Tracy" userId="797300cd-5ea5-4dea-ab3a-adb1e1491123" providerId="ADAL" clId="{60A49555-F42E-4A86-858D-393162508AAE}" dt="2026-08-13T07:58:30.211" v="33587"/>
          <ac:graphicFrameMkLst>
            <pc:docMk/>
            <pc:sldMk cId="1831642362" sldId="260"/>
            <ac:graphicFrameMk id="5" creationId="{7A972F35-B323-420E-A849-533D83819B15}"/>
          </ac:graphicFrameMkLst>
        </pc:graphicFrameChg>
        <pc:graphicFrameChg chg="add mod ord">
          <ac:chgData name="Jiang, Tracy" userId="797300cd-5ea5-4dea-ab3a-adb1e1491123" providerId="ADAL" clId="{60A49555-F42E-4A86-858D-393162508AAE}" dt="2026-08-13T07:58:26.414" v="33519"/>
          <ac:graphicFrameMkLst>
            <pc:docMk/>
            <pc:sldMk cId="1831642362" sldId="260"/>
            <ac:graphicFrameMk id="18" creationId="{4C673C50-0E80-9B32-F5E6-DA59696FFEB4}"/>
          </ac:graphicFrameMkLst>
        </pc:graphicFrameChg>
        <pc:graphicFrameChg chg="add mod ord">
          <ac:chgData name="Jiang, Tracy" userId="797300cd-5ea5-4dea-ab3a-adb1e1491123" providerId="ADAL" clId="{60A49555-F42E-4A86-858D-393162508AAE}" dt="2026-08-13T07:58:26.420" v="33529"/>
          <ac:graphicFrameMkLst>
            <pc:docMk/>
            <pc:sldMk cId="1831642362" sldId="260"/>
            <ac:graphicFrameMk id="21" creationId="{8D06F592-BB25-498B-F7AA-C3D4AA19D1CC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3T08:04:19.235" v="33678" actId="1076"/>
          <ac:graphicFrameMkLst>
            <pc:docMk/>
            <pc:sldMk cId="1831642362" sldId="260"/>
            <ac:graphicFrameMk id="481" creationId="{E9F2CC8C-C854-EFF4-10FC-8A5D7711F68E}"/>
          </ac:graphicFrameMkLst>
        </pc:graphicFrameChg>
        <pc:cxnChg chg="mod ord">
          <ac:chgData name="Jiang, Tracy" userId="797300cd-5ea5-4dea-ab3a-adb1e1491123" providerId="ADAL" clId="{60A49555-F42E-4A86-858D-393162508AAE}" dt="2026-08-13T07:58:26.434" v="33554"/>
          <ac:cxnSpMkLst>
            <pc:docMk/>
            <pc:sldMk cId="1831642362" sldId="260"/>
            <ac:cxnSpMk id="2" creationId="{54CEDB45-05F5-240B-D3D7-2EC9C78AC90F}"/>
          </ac:cxnSpMkLst>
        </pc:cxnChg>
      </pc:sldChg>
      <pc:sldChg chg="addSp delSp modSp mod modShow modNotesTx">
        <pc:chgData name="Jiang, Tracy" userId="797300cd-5ea5-4dea-ab3a-adb1e1491123" providerId="ADAL" clId="{60A49555-F42E-4A86-858D-393162508AAE}" dt="2026-08-19T08:32:04.096" v="34646" actId="478"/>
        <pc:sldMkLst>
          <pc:docMk/>
          <pc:sldMk cId="399066258" sldId="261"/>
        </pc:sldMkLst>
        <pc:spChg chg="add del mod">
          <ac:chgData name="Jiang, Tracy" userId="797300cd-5ea5-4dea-ab3a-adb1e1491123" providerId="ADAL" clId="{60A49555-F42E-4A86-858D-393162508AAE}" dt="2026-08-19T08:32:04.096" v="34646" actId="478"/>
          <ac:spMkLst>
            <pc:docMk/>
            <pc:sldMk cId="399066258" sldId="261"/>
            <ac:spMk id="2" creationId="{9E4C344E-2B43-F8A5-3A4F-5931D7AE27D9}"/>
          </ac:spMkLst>
        </pc:spChg>
        <pc:spChg chg="mod ord">
          <ac:chgData name="Jiang, Tracy" userId="797300cd-5ea5-4dea-ab3a-adb1e1491123" providerId="ADAL" clId="{60A49555-F42E-4A86-858D-393162508AAE}" dt="2026-08-10T08:32:05.826" v="17603" actId="1035"/>
          <ac:spMkLst>
            <pc:docMk/>
            <pc:sldMk cId="399066258" sldId="261"/>
            <ac:spMk id="3" creationId="{E562EA34-FC89-3732-9C94-112F4163CBC7}"/>
          </ac:spMkLst>
        </pc:spChg>
        <pc:spChg chg="mod ord">
          <ac:chgData name="Jiang, Tracy" userId="797300cd-5ea5-4dea-ab3a-adb1e1491123" providerId="ADAL" clId="{60A49555-F42E-4A86-858D-393162508AAE}" dt="2026-08-10T08:29:51.344" v="17470"/>
          <ac:spMkLst>
            <pc:docMk/>
            <pc:sldMk cId="399066258" sldId="261"/>
            <ac:spMk id="13" creationId="{950F862B-5444-7FBA-8466-E7DB21B09D18}"/>
          </ac:spMkLst>
        </pc:spChg>
        <pc:spChg chg="add mod">
          <ac:chgData name="Jiang, Tracy" userId="797300cd-5ea5-4dea-ab3a-adb1e1491123" providerId="ADAL" clId="{60A49555-F42E-4A86-858D-393162508AAE}" dt="2026-08-10T09:58:57.731" v="18889" actId="2085"/>
          <ac:spMkLst>
            <pc:docMk/>
            <pc:sldMk cId="399066258" sldId="261"/>
            <ac:spMk id="14" creationId="{E338BB8F-4B62-795F-74C5-F61E783485C7}"/>
          </ac:spMkLst>
        </pc:spChg>
        <pc:spChg chg="add del mod ord">
          <ac:chgData name="Jiang, Tracy" userId="797300cd-5ea5-4dea-ab3a-adb1e1491123" providerId="ADAL" clId="{60A49555-F42E-4A86-858D-393162508AAE}" dt="2026-08-10T08:32:05.826" v="17603" actId="1035"/>
          <ac:spMkLst>
            <pc:docMk/>
            <pc:sldMk cId="399066258" sldId="261"/>
            <ac:spMk id="16" creationId="{97AB36FE-90AD-5BB2-BDB9-9B6042EB78CA}"/>
          </ac:spMkLst>
        </pc:spChg>
        <pc:spChg chg="add del mod ord">
          <ac:chgData name="Jiang, Tracy" userId="797300cd-5ea5-4dea-ab3a-adb1e1491123" providerId="ADAL" clId="{60A49555-F42E-4A86-858D-393162508AAE}" dt="2026-08-10T08:32:05.826" v="17603" actId="1035"/>
          <ac:spMkLst>
            <pc:docMk/>
            <pc:sldMk cId="399066258" sldId="261"/>
            <ac:spMk id="20" creationId="{F405CCC7-AAF2-BFF8-5E07-B824DEA07337}"/>
          </ac:spMkLst>
        </pc:spChg>
        <pc:spChg chg="add del mod ord">
          <ac:chgData name="Jiang, Tracy" userId="797300cd-5ea5-4dea-ab3a-adb1e1491123" providerId="ADAL" clId="{60A49555-F42E-4A86-858D-393162508AAE}" dt="2026-08-10T08:29:51.360" v="17488"/>
          <ac:spMkLst>
            <pc:docMk/>
            <pc:sldMk cId="399066258" sldId="261"/>
            <ac:spMk id="21" creationId="{957293F9-B1AB-E8EB-E784-3A379F9FCE3E}"/>
          </ac:spMkLst>
        </pc:spChg>
        <pc:spChg chg="mod ord">
          <ac:chgData name="Jiang, Tracy" userId="797300cd-5ea5-4dea-ab3a-adb1e1491123" providerId="ADAL" clId="{60A49555-F42E-4A86-858D-393162508AAE}" dt="2026-08-10T08:32:05.826" v="17603" actId="1035"/>
          <ac:spMkLst>
            <pc:docMk/>
            <pc:sldMk cId="399066258" sldId="261"/>
            <ac:spMk id="23" creationId="{66928952-42F5-FE3D-3514-AF8E5D230518}"/>
          </ac:spMkLst>
        </pc:spChg>
        <pc:spChg chg="add mod">
          <ac:chgData name="Jiang, Tracy" userId="797300cd-5ea5-4dea-ab3a-adb1e1491123" providerId="ADAL" clId="{60A49555-F42E-4A86-858D-393162508AAE}" dt="2026-08-10T08:38:10.201" v="17749" actId="1038"/>
          <ac:spMkLst>
            <pc:docMk/>
            <pc:sldMk cId="399066258" sldId="261"/>
            <ac:spMk id="27" creationId="{A6C2B7DB-BA71-AF3A-A5CB-86C21725F5EE}"/>
          </ac:spMkLst>
        </pc:spChg>
        <pc:spChg chg="add del mod ord">
          <ac:chgData name="Jiang, Tracy" userId="797300cd-5ea5-4dea-ab3a-adb1e1491123" providerId="ADAL" clId="{60A49555-F42E-4A86-858D-393162508AAE}" dt="2026-08-11T05:14:17.648" v="22125" actId="1038"/>
          <ac:spMkLst>
            <pc:docMk/>
            <pc:sldMk cId="399066258" sldId="261"/>
            <ac:spMk id="29" creationId="{2361F2B2-B58C-D0BF-F39C-B0D423562A31}"/>
          </ac:spMkLst>
        </pc:spChg>
        <pc:spChg chg="mod ord">
          <ac:chgData name="Jiang, Tracy" userId="797300cd-5ea5-4dea-ab3a-adb1e1491123" providerId="ADAL" clId="{60A49555-F42E-4A86-858D-393162508AAE}" dt="2026-08-10T08:38:10.201" v="17749" actId="1038"/>
          <ac:spMkLst>
            <pc:docMk/>
            <pc:sldMk cId="399066258" sldId="261"/>
            <ac:spMk id="30" creationId="{67AC3B62-AD01-E0AA-FF02-FD39BBD4C48B}"/>
          </ac:spMkLst>
        </pc:spChg>
        <pc:spChg chg="mod ord">
          <ac:chgData name="Jiang, Tracy" userId="797300cd-5ea5-4dea-ab3a-adb1e1491123" providerId="ADAL" clId="{60A49555-F42E-4A86-858D-393162508AAE}" dt="2026-08-10T10:38:45.174" v="19919" actId="20577"/>
          <ac:spMkLst>
            <pc:docMk/>
            <pc:sldMk cId="399066258" sldId="261"/>
            <ac:spMk id="31" creationId="{15AE5193-7F1E-9724-5A2E-E482B8A2FD05}"/>
          </ac:spMkLst>
        </pc:spChg>
        <pc:spChg chg="add del mod ord">
          <ac:chgData name="Jiang, Tracy" userId="797300cd-5ea5-4dea-ab3a-adb1e1491123" providerId="ADAL" clId="{60A49555-F42E-4A86-858D-393162508AAE}" dt="2026-08-10T08:29:51.360" v="17494"/>
          <ac:spMkLst>
            <pc:docMk/>
            <pc:sldMk cId="399066258" sldId="261"/>
            <ac:spMk id="33" creationId="{428A0D28-2240-07F1-D8AE-A750B443C0E9}"/>
          </ac:spMkLst>
        </pc:spChg>
        <pc:spChg chg="add del mod ord">
          <ac:chgData name="Jiang, Tracy" userId="797300cd-5ea5-4dea-ab3a-adb1e1491123" providerId="ADAL" clId="{60A49555-F42E-4A86-858D-393162508AAE}" dt="2026-08-10T08:35:48.813" v="17699" actId="20577"/>
          <ac:spMkLst>
            <pc:docMk/>
            <pc:sldMk cId="399066258" sldId="261"/>
            <ac:spMk id="34" creationId="{53DBACE0-D445-C0A8-9FF7-B3BE34F796C0}"/>
          </ac:spMkLst>
        </pc:spChg>
        <pc:spChg chg="add del mod ord">
          <ac:chgData name="Jiang, Tracy" userId="797300cd-5ea5-4dea-ab3a-adb1e1491123" providerId="ADAL" clId="{60A49555-F42E-4A86-858D-393162508AAE}" dt="2026-08-10T08:34:05.878" v="17682" actId="1036"/>
          <ac:spMkLst>
            <pc:docMk/>
            <pc:sldMk cId="399066258" sldId="261"/>
            <ac:spMk id="35" creationId="{CAB50382-0EF3-1AD8-4B1B-E20773AEA144}"/>
          </ac:spMkLst>
        </pc:spChg>
        <pc:spChg chg="mod ord">
          <ac:chgData name="Jiang, Tracy" userId="797300cd-5ea5-4dea-ab3a-adb1e1491123" providerId="ADAL" clId="{60A49555-F42E-4A86-858D-393162508AAE}" dt="2026-08-10T08:29:51.360" v="17500"/>
          <ac:spMkLst>
            <pc:docMk/>
            <pc:sldMk cId="399066258" sldId="261"/>
            <ac:spMk id="36" creationId="{C598345D-91E1-D2EF-B6D0-8F8A3C7F164A}"/>
          </ac:spMkLst>
        </pc:spChg>
        <pc:spChg chg="mod ord topLvl">
          <ac:chgData name="Jiang, Tracy" userId="797300cd-5ea5-4dea-ab3a-adb1e1491123" providerId="ADAL" clId="{60A49555-F42E-4A86-858D-393162508AAE}" dt="2026-08-13T04:22:23.905" v="28510" actId="20577"/>
          <ac:spMkLst>
            <pc:docMk/>
            <pc:sldMk cId="399066258" sldId="261"/>
            <ac:spMk id="43" creationId="{B69A9CCD-DE89-4E33-BC85-5337624F206D}"/>
          </ac:spMkLst>
        </pc:spChg>
        <pc:spChg chg="mod">
          <ac:chgData name="Jiang, Tracy" userId="797300cd-5ea5-4dea-ab3a-adb1e1491123" providerId="ADAL" clId="{60A49555-F42E-4A86-858D-393162508AAE}" dt="2026-08-10T08:31:25.707" v="17575" actId="1037"/>
          <ac:spMkLst>
            <pc:docMk/>
            <pc:sldMk cId="399066258" sldId="261"/>
            <ac:spMk id="52" creationId="{84D7DDB0-20DB-8B6E-312B-310545986C0B}"/>
          </ac:spMkLst>
        </pc:spChg>
        <pc:spChg chg="mod ord">
          <ac:chgData name="Jiang, Tracy" userId="797300cd-5ea5-4dea-ab3a-adb1e1491123" providerId="ADAL" clId="{60A49555-F42E-4A86-858D-393162508AAE}" dt="2026-08-10T08:29:51.376" v="17510"/>
          <ac:spMkLst>
            <pc:docMk/>
            <pc:sldMk cId="399066258" sldId="261"/>
            <ac:spMk id="54" creationId="{34780500-7FF7-E26D-E9FA-1ECCAAC90A8A}"/>
          </ac:spMkLst>
        </pc:spChg>
        <pc:spChg chg="mod">
          <ac:chgData name="Jiang, Tracy" userId="797300cd-5ea5-4dea-ab3a-adb1e1491123" providerId="ADAL" clId="{60A49555-F42E-4A86-858D-393162508AAE}" dt="2026-08-10T08:28:41.473" v="17433" actId="164"/>
          <ac:spMkLst>
            <pc:docMk/>
            <pc:sldMk cId="399066258" sldId="261"/>
            <ac:spMk id="59" creationId="{A9472949-2294-51F3-D6E2-C39B4540D744}"/>
          </ac:spMkLst>
        </pc:spChg>
        <pc:spChg chg="mod ord">
          <ac:chgData name="Jiang, Tracy" userId="797300cd-5ea5-4dea-ab3a-adb1e1491123" providerId="ADAL" clId="{60A49555-F42E-4A86-858D-393162508AAE}" dt="2026-08-10T08:36:39.166" v="17722" actId="113"/>
          <ac:spMkLst>
            <pc:docMk/>
            <pc:sldMk cId="399066258" sldId="261"/>
            <ac:spMk id="63" creationId="{F1ED6074-1AA8-2141-8ABB-24210B3F82B9}"/>
          </ac:spMkLst>
        </pc:spChg>
        <pc:spChg chg="add del mod">
          <ac:chgData name="Jiang, Tracy" userId="797300cd-5ea5-4dea-ab3a-adb1e1491123" providerId="ADAL" clId="{60A49555-F42E-4A86-858D-393162508AAE}" dt="2026-08-10T09:59:08.492" v="18890" actId="242"/>
          <ac:spMkLst>
            <pc:docMk/>
            <pc:sldMk cId="399066258" sldId="261"/>
            <ac:spMk id="64" creationId="{D9D665AA-0CB5-C2C1-B78C-E63C1E854CF8}"/>
          </ac:spMkLst>
        </pc:spChg>
        <pc:spChg chg="mod ord">
          <ac:chgData name="Jiang, Tracy" userId="797300cd-5ea5-4dea-ab3a-adb1e1491123" providerId="ADAL" clId="{60A49555-F42E-4A86-858D-393162508AAE}" dt="2026-08-10T08:37:30.109" v="17743" actId="14100"/>
          <ac:spMkLst>
            <pc:docMk/>
            <pc:sldMk cId="399066258" sldId="261"/>
            <ac:spMk id="66" creationId="{54274CE0-9B4D-A513-6D56-C0724D1F9098}"/>
          </ac:spMkLst>
        </pc:spChg>
        <pc:spChg chg="mod ord">
          <ac:chgData name="Jiang, Tracy" userId="797300cd-5ea5-4dea-ab3a-adb1e1491123" providerId="ADAL" clId="{60A49555-F42E-4A86-858D-393162508AAE}" dt="2026-08-13T04:22:56.550" v="28518" actId="1036"/>
          <ac:spMkLst>
            <pc:docMk/>
            <pc:sldMk cId="399066258" sldId="261"/>
            <ac:spMk id="67" creationId="{49B2F118-ABA2-D098-37AF-9FE68EBD6A23}"/>
          </ac:spMkLst>
        </pc:spChg>
        <pc:spChg chg="mod ord">
          <ac:chgData name="Jiang, Tracy" userId="797300cd-5ea5-4dea-ab3a-adb1e1491123" providerId="ADAL" clId="{60A49555-F42E-4A86-858D-393162508AAE}" dt="2026-08-13T04:22:53.345" v="28515" actId="1035"/>
          <ac:spMkLst>
            <pc:docMk/>
            <pc:sldMk cId="399066258" sldId="261"/>
            <ac:spMk id="68" creationId="{AF345BA7-187E-DC81-4878-70888254326E}"/>
          </ac:spMkLst>
        </pc:spChg>
        <pc:spChg chg="mod ord">
          <ac:chgData name="Jiang, Tracy" userId="797300cd-5ea5-4dea-ab3a-adb1e1491123" providerId="ADAL" clId="{60A49555-F42E-4A86-858D-393162508AAE}" dt="2026-08-10T08:37:20.875" v="17737" actId="14100"/>
          <ac:spMkLst>
            <pc:docMk/>
            <pc:sldMk cId="399066258" sldId="261"/>
            <ac:spMk id="71" creationId="{4EC9E709-8F25-E0C6-EF87-1351D355B128}"/>
          </ac:spMkLst>
        </pc:spChg>
        <pc:spChg chg="mod">
          <ac:chgData name="Jiang, Tracy" userId="797300cd-5ea5-4dea-ab3a-adb1e1491123" providerId="ADAL" clId="{60A49555-F42E-4A86-858D-393162508AAE}" dt="2026-08-10T08:31:15.572" v="17564" actId="1038"/>
          <ac:spMkLst>
            <pc:docMk/>
            <pc:sldMk cId="399066258" sldId="261"/>
            <ac:spMk id="75" creationId="{DEE6AE2F-884E-304B-8195-F7FCD4B1E533}"/>
          </ac:spMkLst>
        </pc:spChg>
        <pc:grpChg chg="mod ord">
          <ac:chgData name="Jiang, Tracy" userId="797300cd-5ea5-4dea-ab3a-adb1e1491123" providerId="ADAL" clId="{60A49555-F42E-4A86-858D-393162508AAE}" dt="2026-08-10T09:39:51.658" v="18702" actId="554"/>
          <ac:grpSpMkLst>
            <pc:docMk/>
            <pc:sldMk cId="399066258" sldId="261"/>
            <ac:grpSpMk id="9" creationId="{E89663F1-ABFC-982D-3A50-8289752B8A76}"/>
          </ac:grpSpMkLst>
        </pc:grpChg>
        <pc:grpChg chg="add mod ord">
          <ac:chgData name="Jiang, Tracy" userId="797300cd-5ea5-4dea-ab3a-adb1e1491123" providerId="ADAL" clId="{60A49555-F42E-4A86-858D-393162508AAE}" dt="2026-08-12T10:44:47.440" v="25835" actId="14100"/>
          <ac:grpSpMkLst>
            <pc:docMk/>
            <pc:sldMk cId="399066258" sldId="261"/>
            <ac:grpSpMk id="24" creationId="{93E3E28F-3297-355E-2381-8158292ED3D3}"/>
          </ac:grpSpMkLst>
        </pc:grpChg>
        <pc:grpChg chg="add mod ord">
          <ac:chgData name="Jiang, Tracy" userId="797300cd-5ea5-4dea-ab3a-adb1e1491123" providerId="ADAL" clId="{60A49555-F42E-4A86-858D-393162508AAE}" dt="2026-08-10T08:31:37.958" v="17595" actId="1037"/>
          <ac:grpSpMkLst>
            <pc:docMk/>
            <pc:sldMk cId="399066258" sldId="261"/>
            <ac:grpSpMk id="25" creationId="{48272B3A-08F1-0D93-C7AF-ED73F6F393D1}"/>
          </ac:grpSpMkLst>
        </pc:grpChg>
        <pc:grpChg chg="mod ord">
          <ac:chgData name="Jiang, Tracy" userId="797300cd-5ea5-4dea-ab3a-adb1e1491123" providerId="ADAL" clId="{60A49555-F42E-4A86-858D-393162508AAE}" dt="2026-08-10T09:39:51.658" v="18702" actId="554"/>
          <ac:grpSpMkLst>
            <pc:docMk/>
            <pc:sldMk cId="399066258" sldId="261"/>
            <ac:grpSpMk id="41" creationId="{0B2253F7-9C44-0072-6AED-28C971BF7958}"/>
          </ac:grpSpMkLst>
        </pc:grpChg>
        <pc:graphicFrameChg chg="mod">
          <ac:chgData name="Jiang, Tracy" userId="797300cd-5ea5-4dea-ab3a-adb1e1491123" providerId="ADAL" clId="{60A49555-F42E-4A86-858D-393162508AAE}" dt="2026-08-10T08:29:51.376" v="17528"/>
          <ac:graphicFrameMkLst>
            <pc:docMk/>
            <pc:sldMk cId="399066258" sldId="261"/>
            <ac:graphicFrameMk id="5" creationId="{AAC63F73-7E1D-BE31-DD56-658732D138A8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0T08:37:59.133" v="17745" actId="553"/>
          <ac:graphicFrameMkLst>
            <pc:docMk/>
            <pc:sldMk cId="399066258" sldId="261"/>
            <ac:graphicFrameMk id="6" creationId="{E6A56824-C175-3EC0-4985-EF0D8398BFB2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3T04:22:36.317" v="28512" actId="3064"/>
          <ac:graphicFrameMkLst>
            <pc:docMk/>
            <pc:sldMk cId="399066258" sldId="261"/>
            <ac:graphicFrameMk id="51" creationId="{11C1F333-9932-0214-CF95-1940C967FA63}"/>
          </ac:graphicFrameMkLst>
        </pc:graphicFrameChg>
        <pc:cxnChg chg="add mod">
          <ac:chgData name="Jiang, Tracy" userId="797300cd-5ea5-4dea-ab3a-adb1e1491123" providerId="ADAL" clId="{60A49555-F42E-4A86-858D-393162508AAE}" dt="2026-08-10T08:31:23.777" v="17574" actId="1037"/>
          <ac:cxnSpMkLst>
            <pc:docMk/>
            <pc:sldMk cId="399066258" sldId="261"/>
            <ac:cxnSpMk id="4" creationId="{F3486095-3D6A-5552-A3F4-AD4DBAE30DD4}"/>
          </ac:cxnSpMkLst>
        </pc:cxnChg>
        <pc:cxnChg chg="add mod">
          <ac:chgData name="Jiang, Tracy" userId="797300cd-5ea5-4dea-ab3a-adb1e1491123" providerId="ADAL" clId="{60A49555-F42E-4A86-858D-393162508AAE}" dt="2026-08-10T08:28:41.473" v="17433" actId="164"/>
          <ac:cxnSpMkLst>
            <pc:docMk/>
            <pc:sldMk cId="399066258" sldId="261"/>
            <ac:cxnSpMk id="8" creationId="{5DFC3648-7537-CA51-406F-582422487BEE}"/>
          </ac:cxnSpMkLst>
        </pc:cxnChg>
        <pc:cxnChg chg="add mod">
          <ac:chgData name="Jiang, Tracy" userId="797300cd-5ea5-4dea-ab3a-adb1e1491123" providerId="ADAL" clId="{60A49555-F42E-4A86-858D-393162508AAE}" dt="2026-08-10T08:32:24.489" v="17667" actId="1035"/>
          <ac:cxnSpMkLst>
            <pc:docMk/>
            <pc:sldMk cId="399066258" sldId="261"/>
            <ac:cxnSpMk id="32" creationId="{412FB5F7-37AD-1BAF-87FB-8C529B7ECBA4}"/>
          </ac:cxnSpMkLst>
        </pc:cxnChg>
        <pc:cxnChg chg="mod ord">
          <ac:chgData name="Jiang, Tracy" userId="797300cd-5ea5-4dea-ab3a-adb1e1491123" providerId="ADAL" clId="{60A49555-F42E-4A86-858D-393162508AAE}" dt="2026-08-12T10:44:41.078" v="25834" actId="14100"/>
          <ac:cxnSpMkLst>
            <pc:docMk/>
            <pc:sldMk cId="399066258" sldId="261"/>
            <ac:cxnSpMk id="46" creationId="{C1904A08-CDF9-6E2D-AD1E-3EC862F60B77}"/>
          </ac:cxnSpMkLst>
        </pc:cxnChg>
        <pc:cxnChg chg="mod ord">
          <ac:chgData name="Jiang, Tracy" userId="797300cd-5ea5-4dea-ab3a-adb1e1491123" providerId="ADAL" clId="{60A49555-F42E-4A86-858D-393162508AAE}" dt="2026-08-10T08:37:59.133" v="17745" actId="553"/>
          <ac:cxnSpMkLst>
            <pc:docMk/>
            <pc:sldMk cId="399066258" sldId="261"/>
            <ac:cxnSpMk id="56" creationId="{55E2D669-1BF1-47F1-9DF8-694FEF421BA2}"/>
          </ac:cxnSpMkLst>
        </pc:cxnChg>
        <pc:cxnChg chg="mod ord">
          <ac:chgData name="Jiang, Tracy" userId="797300cd-5ea5-4dea-ab3a-adb1e1491123" providerId="ADAL" clId="{60A49555-F42E-4A86-858D-393162508AAE}" dt="2026-08-10T08:37:25.823" v="17742" actId="14100"/>
          <ac:cxnSpMkLst>
            <pc:docMk/>
            <pc:sldMk cId="399066258" sldId="261"/>
            <ac:cxnSpMk id="69" creationId="{0A44BE69-F6E0-1E08-3CB6-80AECC51F8DD}"/>
          </ac:cxnSpMkLst>
        </pc:cxnChg>
      </pc:sldChg>
      <pc:sldChg chg="delSp modSp add mod">
        <pc:chgData name="Jiang, Tracy" userId="797300cd-5ea5-4dea-ab3a-adb1e1491123" providerId="ADAL" clId="{60A49555-F42E-4A86-858D-393162508AAE}" dt="2026-08-13T05:01:04.176" v="29177" actId="403"/>
        <pc:sldMkLst>
          <pc:docMk/>
          <pc:sldMk cId="2132934907" sldId="262"/>
        </pc:sldMkLst>
        <pc:spChg chg="mod">
          <ac:chgData name="Jiang, Tracy" userId="797300cd-5ea5-4dea-ab3a-adb1e1491123" providerId="ADAL" clId="{60A49555-F42E-4A86-858D-393162508AAE}" dt="2026-08-13T05:01:04.176" v="29177" actId="403"/>
          <ac:spMkLst>
            <pc:docMk/>
            <pc:sldMk cId="2132934907" sldId="262"/>
            <ac:spMk id="19" creationId="{7C070BE1-CD72-25DF-7FFC-6287B31B972C}"/>
          </ac:spMkLst>
        </pc:spChg>
      </pc:sldChg>
      <pc:sldChg chg="addSp delSp modSp mod modShow modCm">
        <pc:chgData name="Jiang, Tracy" userId="797300cd-5ea5-4dea-ab3a-adb1e1491123" providerId="ADAL" clId="{60A49555-F42E-4A86-858D-393162508AAE}" dt="2026-08-19T08:32:18.190" v="34650" actId="478"/>
        <pc:sldMkLst>
          <pc:docMk/>
          <pc:sldMk cId="3098571899" sldId="263"/>
        </pc:sldMkLst>
        <pc:spChg chg="add 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2" creationId="{85B7E7C7-BD18-336F-6BDA-06ED1142F6EB}"/>
          </ac:spMkLst>
        </pc:spChg>
        <pc:spChg chg="add mod">
          <ac:chgData name="Jiang, Tracy" userId="797300cd-5ea5-4dea-ab3a-adb1e1491123" providerId="ADAL" clId="{60A49555-F42E-4A86-858D-393162508AAE}" dt="2026-08-10T10:08:56.101" v="19421" actId="6549"/>
          <ac:spMkLst>
            <pc:docMk/>
            <pc:sldMk cId="3098571899" sldId="263"/>
            <ac:spMk id="3" creationId="{FD43364B-95FA-4AC0-71CB-2FBC1F3A4967}"/>
          </ac:spMkLst>
        </pc:spChg>
        <pc:spChg chg="add 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4" creationId="{C4997F40-109E-A567-B743-07748926EDC3}"/>
          </ac:spMkLst>
        </pc:spChg>
        <pc:spChg chg="add 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6" creationId="{9C8EAA03-83E9-5E68-28FD-4570B38EC891}"/>
          </ac:spMkLst>
        </pc:spChg>
        <pc:spChg chg="add 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7" creationId="{29A0AE8D-0C4C-AD75-6ED5-FA5BC136716D}"/>
          </ac:spMkLst>
        </pc:spChg>
        <pc:spChg chg="add mod">
          <ac:chgData name="Jiang, Tracy" userId="797300cd-5ea5-4dea-ab3a-adb1e1491123" providerId="ADAL" clId="{60A49555-F42E-4A86-858D-393162508AAE}" dt="2026-08-13T08:02:15.444" v="33627" actId="1035"/>
          <ac:spMkLst>
            <pc:docMk/>
            <pc:sldMk cId="3098571899" sldId="263"/>
            <ac:spMk id="12" creationId="{0274FAD5-D8E2-EB21-ACE0-10C21CA8BE88}"/>
          </ac:spMkLst>
        </pc:spChg>
        <pc:spChg chg="add mod">
          <ac:chgData name="Jiang, Tracy" userId="797300cd-5ea5-4dea-ab3a-adb1e1491123" providerId="ADAL" clId="{60A49555-F42E-4A86-858D-393162508AAE}" dt="2026-08-13T08:02:21.644" v="33632" actId="1035"/>
          <ac:spMkLst>
            <pc:docMk/>
            <pc:sldMk cId="3098571899" sldId="263"/>
            <ac:spMk id="15" creationId="{EC6403C4-D699-0677-450F-696CB17E680D}"/>
          </ac:spMkLst>
        </pc:spChg>
        <pc:spChg chg="add mod">
          <ac:chgData name="Jiang, Tracy" userId="797300cd-5ea5-4dea-ab3a-adb1e1491123" providerId="ADAL" clId="{60A49555-F42E-4A86-858D-393162508AAE}" dt="2026-08-10T10:35:09.485" v="19884" actId="12789"/>
          <ac:spMkLst>
            <pc:docMk/>
            <pc:sldMk cId="3098571899" sldId="263"/>
            <ac:spMk id="17" creationId="{516C53F1-F079-5C30-2891-B2F10D13297F}"/>
          </ac:spMkLst>
        </pc:spChg>
        <pc:spChg chg="add del mod">
          <ac:chgData name="Jiang, Tracy" userId="797300cd-5ea5-4dea-ab3a-adb1e1491123" providerId="ADAL" clId="{60A49555-F42E-4A86-858D-393162508AAE}" dt="2026-08-19T08:32:18.190" v="34650" actId="478"/>
          <ac:spMkLst>
            <pc:docMk/>
            <pc:sldMk cId="3098571899" sldId="263"/>
            <ac:spMk id="20" creationId="{1C396FFE-8EA8-2A29-150F-55880E575376}"/>
          </ac:spMkLst>
        </pc:spChg>
        <pc:spChg chg="mod">
          <ac:chgData name="Jiang, Tracy" userId="797300cd-5ea5-4dea-ab3a-adb1e1491123" providerId="ADAL" clId="{60A49555-F42E-4A86-858D-393162508AAE}" dt="2026-08-10T10:24:39.346" v="19679" actId="1036"/>
          <ac:spMkLst>
            <pc:docMk/>
            <pc:sldMk cId="3098571899" sldId="263"/>
            <ac:spMk id="38" creationId="{4C6CE43A-C8B1-DAA3-64C9-3D6E9AF92212}"/>
          </ac:spMkLst>
        </pc:spChg>
        <pc:spChg chg="mod">
          <ac:chgData name="Jiang, Tracy" userId="797300cd-5ea5-4dea-ab3a-adb1e1491123" providerId="ADAL" clId="{60A49555-F42E-4A86-858D-393162508AAE}" dt="2026-08-10T09:34:46.493" v="18668" actId="1037"/>
          <ac:spMkLst>
            <pc:docMk/>
            <pc:sldMk cId="3098571899" sldId="263"/>
            <ac:spMk id="39" creationId="{73CEF242-D754-5F79-79BD-338C60936E39}"/>
          </ac:spMkLst>
        </pc:spChg>
        <pc:spChg chg="mod">
          <ac:chgData name="Jiang, Tracy" userId="797300cd-5ea5-4dea-ab3a-adb1e1491123" providerId="ADAL" clId="{60A49555-F42E-4A86-858D-393162508AAE}" dt="2026-08-13T08:02:15.444" v="33627" actId="1035"/>
          <ac:spMkLst>
            <pc:docMk/>
            <pc:sldMk cId="3098571899" sldId="263"/>
            <ac:spMk id="40" creationId="{2F3F9006-AF5D-80B9-BF99-C68E3FDC7AF8}"/>
          </ac:spMkLst>
        </pc:spChg>
        <pc:spChg chg="mod">
          <ac:chgData name="Jiang, Tracy" userId="797300cd-5ea5-4dea-ab3a-adb1e1491123" providerId="ADAL" clId="{60A49555-F42E-4A86-858D-393162508AAE}" dt="2026-08-13T08:02:15.444" v="33627" actId="1035"/>
          <ac:spMkLst>
            <pc:docMk/>
            <pc:sldMk cId="3098571899" sldId="263"/>
            <ac:spMk id="41" creationId="{A314DA5A-97C3-63BF-A115-863B4E9832E7}"/>
          </ac:spMkLst>
        </pc:spChg>
        <pc:spChg chg="mod">
          <ac:chgData name="Jiang, Tracy" userId="797300cd-5ea5-4dea-ab3a-adb1e1491123" providerId="ADAL" clId="{60A49555-F42E-4A86-858D-393162508AAE}" dt="2026-08-13T08:02:21.644" v="33632" actId="1035"/>
          <ac:spMkLst>
            <pc:docMk/>
            <pc:sldMk cId="3098571899" sldId="263"/>
            <ac:spMk id="43" creationId="{5D12BEDD-485C-6B7A-E89F-8A4F38A444BB}"/>
          </ac:spMkLst>
        </pc:spChg>
        <pc:spChg chg="mod">
          <ac:chgData name="Jiang, Tracy" userId="797300cd-5ea5-4dea-ab3a-adb1e1491123" providerId="ADAL" clId="{60A49555-F42E-4A86-858D-393162508AAE}" dt="2026-08-13T08:02:21.644" v="33632" actId="1035"/>
          <ac:spMkLst>
            <pc:docMk/>
            <pc:sldMk cId="3098571899" sldId="263"/>
            <ac:spMk id="44" creationId="{A72D973C-A761-EB8D-1508-C286610D5E98}"/>
          </ac:spMkLst>
        </pc:spChg>
        <pc:spChg chg="mod">
          <ac:chgData name="Jiang, Tracy" userId="797300cd-5ea5-4dea-ab3a-adb1e1491123" providerId="ADAL" clId="{60A49555-F42E-4A86-858D-393162508AAE}" dt="2026-08-10T10:20:39.174" v="19594" actId="1038"/>
          <ac:spMkLst>
            <pc:docMk/>
            <pc:sldMk cId="3098571899" sldId="263"/>
            <ac:spMk id="49" creationId="{9398E8AC-FB76-45F2-F39A-984381769A3E}"/>
          </ac:spMkLst>
        </pc:spChg>
        <pc:spChg chg="mod">
          <ac:chgData name="Jiang, Tracy" userId="797300cd-5ea5-4dea-ab3a-adb1e1491123" providerId="ADAL" clId="{60A49555-F42E-4A86-858D-393162508AAE}" dt="2026-08-10T10:20:43.800" v="19613" actId="1038"/>
          <ac:spMkLst>
            <pc:docMk/>
            <pc:sldMk cId="3098571899" sldId="263"/>
            <ac:spMk id="50" creationId="{5D801545-C1D8-F943-48F7-6F288159D6C0}"/>
          </ac:spMkLst>
        </pc:spChg>
        <pc:spChg chg="mod">
          <ac:chgData name="Jiang, Tracy" userId="797300cd-5ea5-4dea-ab3a-adb1e1491123" providerId="ADAL" clId="{60A49555-F42E-4A86-858D-393162508AAE}" dt="2026-08-10T10:20:32.786" v="19563" actId="14100"/>
          <ac:spMkLst>
            <pc:docMk/>
            <pc:sldMk cId="3098571899" sldId="263"/>
            <ac:spMk id="51" creationId="{31D62A6B-8ED6-448C-0B72-3115A1363129}"/>
          </ac:spMkLst>
        </pc:spChg>
        <pc:spChg chg="mod">
          <ac:chgData name="Jiang, Tracy" userId="797300cd-5ea5-4dea-ab3a-adb1e1491123" providerId="ADAL" clId="{60A49555-F42E-4A86-858D-393162508AAE}" dt="2026-08-10T10:35:13.578" v="19893" actId="1038"/>
          <ac:spMkLst>
            <pc:docMk/>
            <pc:sldMk cId="3098571899" sldId="263"/>
            <ac:spMk id="56" creationId="{951B3508-8E37-3308-494E-4DB3446E1BE3}"/>
          </ac:spMkLst>
        </pc:spChg>
        <pc:spChg chg="mod">
          <ac:chgData name="Jiang, Tracy" userId="797300cd-5ea5-4dea-ab3a-adb1e1491123" providerId="ADAL" clId="{60A49555-F42E-4A86-858D-393162508AAE}" dt="2026-08-13T07:47:33.785" v="32902" actId="179"/>
          <ac:spMkLst>
            <pc:docMk/>
            <pc:sldMk cId="3098571899" sldId="263"/>
            <ac:spMk id="59" creationId="{DF45B350-2553-E13E-C364-1874CC32F2C3}"/>
          </ac:spMkLst>
        </pc:spChg>
        <pc:grpChg chg="mod">
          <ac:chgData name="Jiang, Tracy" userId="797300cd-5ea5-4dea-ab3a-adb1e1491123" providerId="ADAL" clId="{60A49555-F42E-4A86-858D-393162508AAE}" dt="2026-08-12T10:44:24.628" v="25826" actId="1035"/>
          <ac:grpSpMkLst>
            <pc:docMk/>
            <pc:sldMk cId="3098571899" sldId="263"/>
            <ac:grpSpMk id="57" creationId="{A60212A0-9C82-0417-9952-7FBF087FE8F3}"/>
          </ac:grpSpMkLst>
        </pc:grpChg>
        <pc:graphicFrameChg chg="mod">
          <ac:chgData name="Jiang, Tracy" userId="797300cd-5ea5-4dea-ab3a-adb1e1491123" providerId="ADAL" clId="{60A49555-F42E-4A86-858D-393162508AAE}" dt="2026-08-10T10:15:08.115" v="19491" actId="552"/>
          <ac:graphicFrameMkLst>
            <pc:docMk/>
            <pc:sldMk cId="3098571899" sldId="263"/>
            <ac:graphicFrameMk id="13" creationId="{2ADE184B-8838-0250-EA3A-972AFDCD1EAE}"/>
          </ac:graphicFrameMkLst>
        </pc:graphicFrameChg>
        <pc:graphicFrameChg chg="mod">
          <ac:chgData name="Jiang, Tracy" userId="797300cd-5ea5-4dea-ab3a-adb1e1491123" providerId="ADAL" clId="{60A49555-F42E-4A86-858D-393162508AAE}" dt="2026-08-10T10:15:08.115" v="19491" actId="552"/>
          <ac:graphicFrameMkLst>
            <pc:docMk/>
            <pc:sldMk cId="3098571899" sldId="263"/>
            <ac:graphicFrameMk id="21" creationId="{D5DE620D-C1F4-4DD4-CF52-9E855FBC8555}"/>
          </ac:graphicFrameMkLst>
        </pc:graphicFrameChg>
        <pc:cxnChg chg="add mod">
          <ac:chgData name="Jiang, Tracy" userId="797300cd-5ea5-4dea-ab3a-adb1e1491123" providerId="ADAL" clId="{60A49555-F42E-4A86-858D-393162508AAE}" dt="2026-08-10T10:25:28.039" v="19696" actId="1038"/>
          <ac:cxnSpMkLst>
            <pc:docMk/>
            <pc:sldMk cId="3098571899" sldId="263"/>
            <ac:cxnSpMk id="16" creationId="{3A70708F-E529-557C-B3BF-3AE239D0313D}"/>
          </ac:cxnSpMkLst>
        </pc:cxnChg>
        <pc:cxnChg chg="mod">
          <ac:chgData name="Jiang, Tracy" userId="797300cd-5ea5-4dea-ab3a-adb1e1491123" providerId="ADAL" clId="{60A49555-F42E-4A86-858D-393162508AAE}" dt="2026-08-12T10:44:21.716" v="25822" actId="1035"/>
          <ac:cxnSpMkLst>
            <pc:docMk/>
            <pc:sldMk cId="3098571899" sldId="263"/>
            <ac:cxnSpMk id="37" creationId="{A3C450CF-2728-45A1-FD88-E7C37DA1EA2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1T09:27:51.260" v="25108" actId="20577"/>
              <pc2:cmMkLst xmlns:pc2="http://schemas.microsoft.com/office/powerpoint/2019/9/main/command">
                <pc:docMk/>
                <pc:sldMk cId="3098571899" sldId="263"/>
                <pc2:cmMk id="{0C1156FB-5F8D-4AFF-8065-B88630059A51}"/>
              </pc2:cmMkLst>
            </pc226:cmChg>
          </p:ext>
        </pc:extLst>
      </pc:sldChg>
      <pc:sldChg chg="addSp delSp modSp mod modShow">
        <pc:chgData name="Jiang, Tracy" userId="797300cd-5ea5-4dea-ab3a-adb1e1491123" providerId="ADAL" clId="{60A49555-F42E-4A86-858D-393162508AAE}" dt="2026-08-19T08:32:21.433" v="34651" actId="478"/>
        <pc:sldMkLst>
          <pc:docMk/>
          <pc:sldMk cId="491783335" sldId="264"/>
        </pc:sldMkLst>
        <pc:spChg chg="mod">
          <ac:chgData name="Jiang, Tracy" userId="797300cd-5ea5-4dea-ab3a-adb1e1491123" providerId="ADAL" clId="{60A49555-F42E-4A86-858D-393162508AAE}" dt="2026-08-10T10:39:08.342" v="19920"/>
          <ac:spMkLst>
            <pc:docMk/>
            <pc:sldMk cId="491783335" sldId="264"/>
            <ac:spMk id="6" creationId="{4DA3515E-528A-A05C-6E08-327CBD7A33BC}"/>
          </ac:spMkLst>
        </pc:spChg>
        <pc:spChg chg="mod">
          <ac:chgData name="Jiang, Tracy" userId="797300cd-5ea5-4dea-ab3a-adb1e1491123" providerId="ADAL" clId="{60A49555-F42E-4A86-858D-393162508AAE}" dt="2026-08-10T10:39:14.200" v="19922" actId="207"/>
          <ac:spMkLst>
            <pc:docMk/>
            <pc:sldMk cId="491783335" sldId="264"/>
            <ac:spMk id="8" creationId="{712F8088-0622-C43E-37F6-662E21592560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11" creationId="{7885481B-16B9-18F8-5011-9FF528F8D7E7}"/>
          </ac:spMkLst>
        </pc:spChg>
        <pc:spChg chg="add mod">
          <ac:chgData name="Jiang, Tracy" userId="797300cd-5ea5-4dea-ab3a-adb1e1491123" providerId="ADAL" clId="{60A49555-F42E-4A86-858D-393162508AAE}" dt="2026-08-10T10:59:52.398" v="20433" actId="1035"/>
          <ac:spMkLst>
            <pc:docMk/>
            <pc:sldMk cId="491783335" sldId="264"/>
            <ac:spMk id="12" creationId="{D136CA34-278E-DD2E-F114-8E5A09E9BB2E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15" creationId="{B051E0C5-7A3E-3489-E7BC-063A27FF3590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16" creationId="{1ED88BCE-E5F4-14FD-31E7-4BF21E2EC604}"/>
          </ac:spMkLst>
        </pc:spChg>
        <pc:spChg chg="mod">
          <ac:chgData name="Jiang, Tracy" userId="797300cd-5ea5-4dea-ab3a-adb1e1491123" providerId="ADAL" clId="{60A49555-F42E-4A86-858D-393162508AAE}" dt="2026-08-10T11:00:07.058" v="20439" actId="1036"/>
          <ac:spMkLst>
            <pc:docMk/>
            <pc:sldMk cId="491783335" sldId="264"/>
            <ac:spMk id="17" creationId="{5574B34E-20F1-79F6-5FCB-A315EC196BC0}"/>
          </ac:spMkLst>
        </pc:spChg>
        <pc:spChg chg="add mod">
          <ac:chgData name="Jiang, Tracy" userId="797300cd-5ea5-4dea-ab3a-adb1e1491123" providerId="ADAL" clId="{60A49555-F42E-4A86-858D-393162508AAE}" dt="2026-08-10T11:35:36.949" v="21529" actId="20577"/>
          <ac:spMkLst>
            <pc:docMk/>
            <pc:sldMk cId="491783335" sldId="264"/>
            <ac:spMk id="18" creationId="{87FC696F-BF9A-BCB6-C0C5-D4A819C2909B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19" creationId="{6ABC1B81-520F-0B7A-2FA4-8DE352198A4C}"/>
          </ac:spMkLst>
        </pc:spChg>
        <pc:spChg chg="mod">
          <ac:chgData name="Jiang, Tracy" userId="797300cd-5ea5-4dea-ab3a-adb1e1491123" providerId="ADAL" clId="{60A49555-F42E-4A86-858D-393162508AAE}" dt="2026-08-10T11:01:15.406" v="20450" actId="554"/>
          <ac:spMkLst>
            <pc:docMk/>
            <pc:sldMk cId="491783335" sldId="264"/>
            <ac:spMk id="24" creationId="{A8B55E74-AC26-50BE-7272-5DBF8FD3FC6B}"/>
          </ac:spMkLst>
        </pc:spChg>
        <pc:spChg chg="add del mod">
          <ac:chgData name="Jiang, Tracy" userId="797300cd-5ea5-4dea-ab3a-adb1e1491123" providerId="ADAL" clId="{60A49555-F42E-4A86-858D-393162508AAE}" dt="2026-08-19T08:32:21.433" v="34651" actId="478"/>
          <ac:spMkLst>
            <pc:docMk/>
            <pc:sldMk cId="491783335" sldId="264"/>
            <ac:spMk id="25" creationId="{56B49940-B886-6731-0659-AB72F3546EE1}"/>
          </ac:spMkLst>
        </pc:spChg>
        <pc:spChg chg="mod">
          <ac:chgData name="Jiang, Tracy" userId="797300cd-5ea5-4dea-ab3a-adb1e1491123" providerId="ADAL" clId="{60A49555-F42E-4A86-858D-393162508AAE}" dt="2026-08-10T11:01:08.738" v="20444" actId="554"/>
          <ac:spMkLst>
            <pc:docMk/>
            <pc:sldMk cId="491783335" sldId="264"/>
            <ac:spMk id="26" creationId="{2C5D7D1C-1ADC-ABCA-EAF1-0381DF08B19D}"/>
          </ac:spMkLst>
        </pc:spChg>
        <pc:spChg chg="mod">
          <ac:chgData name="Jiang, Tracy" userId="797300cd-5ea5-4dea-ab3a-adb1e1491123" providerId="ADAL" clId="{60A49555-F42E-4A86-858D-393162508AAE}" dt="2026-08-10T10:59:52.398" v="20433" actId="1035"/>
          <ac:spMkLst>
            <pc:docMk/>
            <pc:sldMk cId="491783335" sldId="264"/>
            <ac:spMk id="27" creationId="{F7A7F585-A73F-192B-91EB-B733363C09B2}"/>
          </ac:spMkLst>
        </pc:spChg>
        <pc:spChg chg="mod">
          <ac:chgData name="Jiang, Tracy" userId="797300cd-5ea5-4dea-ab3a-adb1e1491123" providerId="ADAL" clId="{60A49555-F42E-4A86-858D-393162508AAE}" dt="2026-08-10T11:01:08.738" v="20444" actId="554"/>
          <ac:spMkLst>
            <pc:docMk/>
            <pc:sldMk cId="491783335" sldId="264"/>
            <ac:spMk id="29" creationId="{8AB37E4A-6141-E587-4EC3-C0C034DC0548}"/>
          </ac:spMkLst>
        </pc:spChg>
        <pc:spChg chg="mod">
          <ac:chgData name="Jiang, Tracy" userId="797300cd-5ea5-4dea-ab3a-adb1e1491123" providerId="ADAL" clId="{60A49555-F42E-4A86-858D-393162508AAE}" dt="2026-08-10T11:01:15.406" v="20450" actId="554"/>
          <ac:spMkLst>
            <pc:docMk/>
            <pc:sldMk cId="491783335" sldId="264"/>
            <ac:spMk id="30" creationId="{3BA0E0CF-59CE-892F-8335-C75CDCAF685B}"/>
          </ac:spMkLst>
        </pc:spChg>
        <pc:spChg chg="mod">
          <ac:chgData name="Jiang, Tracy" userId="797300cd-5ea5-4dea-ab3a-adb1e1491123" providerId="ADAL" clId="{60A49555-F42E-4A86-858D-393162508AAE}" dt="2026-08-12T10:33:27.866" v="25242" actId="13926"/>
          <ac:spMkLst>
            <pc:docMk/>
            <pc:sldMk cId="491783335" sldId="264"/>
            <ac:spMk id="31" creationId="{29953514-63E2-79BE-5A5F-C5F7FF513AA7}"/>
          </ac:spMkLst>
        </pc:spChg>
        <pc:spChg chg="mod">
          <ac:chgData name="Jiang, Tracy" userId="797300cd-5ea5-4dea-ab3a-adb1e1491123" providerId="ADAL" clId="{60A49555-F42E-4A86-858D-393162508AAE}" dt="2026-08-10T10:59:41.849" v="20430" actId="555"/>
          <ac:spMkLst>
            <pc:docMk/>
            <pc:sldMk cId="491783335" sldId="264"/>
            <ac:spMk id="32" creationId="{97BDBDE7-02D1-8D76-4917-7DADECC87CFB}"/>
          </ac:spMkLst>
        </pc:spChg>
        <pc:spChg chg="mod">
          <ac:chgData name="Jiang, Tracy" userId="797300cd-5ea5-4dea-ab3a-adb1e1491123" providerId="ADAL" clId="{60A49555-F42E-4A86-858D-393162508AAE}" dt="2026-08-10T10:59:41.849" v="20430" actId="555"/>
          <ac:spMkLst>
            <pc:docMk/>
            <pc:sldMk cId="491783335" sldId="264"/>
            <ac:spMk id="33" creationId="{0A9171B9-8028-34A0-5987-59541C1715E0}"/>
          </ac:spMkLst>
        </pc:spChg>
        <pc:spChg chg="mod">
          <ac:chgData name="Jiang, Tracy" userId="797300cd-5ea5-4dea-ab3a-adb1e1491123" providerId="ADAL" clId="{60A49555-F42E-4A86-858D-393162508AAE}" dt="2026-08-10T11:00:02.686" v="20436" actId="1036"/>
          <ac:spMkLst>
            <pc:docMk/>
            <pc:sldMk cId="491783335" sldId="264"/>
            <ac:spMk id="35" creationId="{B9A01C26-CD6F-547E-D48A-D08C9C7B4199}"/>
          </ac:spMkLst>
        </pc:spChg>
        <pc:spChg chg="mod">
          <ac:chgData name="Jiang, Tracy" userId="797300cd-5ea5-4dea-ab3a-adb1e1491123" providerId="ADAL" clId="{60A49555-F42E-4A86-858D-393162508AAE}" dt="2026-08-10T10:59:52.398" v="20433" actId="1035"/>
          <ac:spMkLst>
            <pc:docMk/>
            <pc:sldMk cId="491783335" sldId="264"/>
            <ac:spMk id="36" creationId="{A757AB46-6878-5F55-3D5E-FF78C3E32152}"/>
          </ac:spMkLst>
        </pc:spChg>
        <pc:spChg chg="mod">
          <ac:chgData name="Jiang, Tracy" userId="797300cd-5ea5-4dea-ab3a-adb1e1491123" providerId="ADAL" clId="{60A49555-F42E-4A86-858D-393162508AAE}" dt="2026-08-10T11:00:02.686" v="20436" actId="1036"/>
          <ac:spMkLst>
            <pc:docMk/>
            <pc:sldMk cId="491783335" sldId="264"/>
            <ac:spMk id="39" creationId="{DF8645CA-9527-A7AA-CC27-3BAD35FEB345}"/>
          </ac:spMkLst>
        </pc:spChg>
        <pc:spChg chg="mod">
          <ac:chgData name="Jiang, Tracy" userId="797300cd-5ea5-4dea-ab3a-adb1e1491123" providerId="ADAL" clId="{60A49555-F42E-4A86-858D-393162508AAE}" dt="2026-08-10T10:59:41.849" v="20430" actId="555"/>
          <ac:spMkLst>
            <pc:docMk/>
            <pc:sldMk cId="491783335" sldId="264"/>
            <ac:spMk id="42" creationId="{5CD88188-ABCB-728B-6E77-A81FCC7BA1C6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48" creationId="{16FE68DB-53DA-373C-329C-E3B0CA8E9A9C}"/>
          </ac:spMkLst>
        </pc:spChg>
        <pc:spChg chg="mod">
          <ac:chgData name="Jiang, Tracy" userId="797300cd-5ea5-4dea-ab3a-adb1e1491123" providerId="ADAL" clId="{60A49555-F42E-4A86-858D-393162508AAE}" dt="2026-08-10T10:41:29.762" v="19974" actId="1035"/>
          <ac:spMkLst>
            <pc:docMk/>
            <pc:sldMk cId="491783335" sldId="264"/>
            <ac:spMk id="52" creationId="{0FF49241-2D40-1A9D-188D-A6C6F14DE454}"/>
          </ac:spMkLst>
        </pc:spChg>
        <pc:spChg chg="mod">
          <ac:chgData name="Jiang, Tracy" userId="797300cd-5ea5-4dea-ab3a-adb1e1491123" providerId="ADAL" clId="{60A49555-F42E-4A86-858D-393162508AAE}" dt="2026-08-10T11:00:07.058" v="20439" actId="1036"/>
          <ac:spMkLst>
            <pc:docMk/>
            <pc:sldMk cId="491783335" sldId="264"/>
            <ac:spMk id="53" creationId="{4F99B4FD-B4B7-1D6E-5659-51EEA9E5FE03}"/>
          </ac:spMkLst>
        </pc:spChg>
        <pc:spChg chg="mod">
          <ac:chgData name="Jiang, Tracy" userId="797300cd-5ea5-4dea-ab3a-adb1e1491123" providerId="ADAL" clId="{60A49555-F42E-4A86-858D-393162508AAE}" dt="2026-08-10T11:00:07.058" v="20439" actId="1036"/>
          <ac:spMkLst>
            <pc:docMk/>
            <pc:sldMk cId="491783335" sldId="264"/>
            <ac:spMk id="54" creationId="{89C068CB-4823-50A2-7F8A-42DAC9DC7A89}"/>
          </ac:spMkLst>
        </pc:spChg>
        <pc:spChg chg="mod">
          <ac:chgData name="Jiang, Tracy" userId="797300cd-5ea5-4dea-ab3a-adb1e1491123" providerId="ADAL" clId="{60A49555-F42E-4A86-858D-393162508AAE}" dt="2026-08-10T11:32:02.277" v="21258" actId="1037"/>
          <ac:spMkLst>
            <pc:docMk/>
            <pc:sldMk cId="491783335" sldId="264"/>
            <ac:spMk id="58" creationId="{2A3790C4-FDBD-FF3E-F2EB-8ABE59919B03}"/>
          </ac:spMkLst>
        </pc:spChg>
        <pc:spChg chg="mod">
          <ac:chgData name="Jiang, Tracy" userId="797300cd-5ea5-4dea-ab3a-adb1e1491123" providerId="ADAL" clId="{60A49555-F42E-4A86-858D-393162508AAE}" dt="2026-08-10T11:32:02.277" v="21258" actId="1037"/>
          <ac:spMkLst>
            <pc:docMk/>
            <pc:sldMk cId="491783335" sldId="264"/>
            <ac:spMk id="59" creationId="{634DAD1E-BD5B-31BE-5B43-6F2FEB72E53A}"/>
          </ac:spMkLst>
        </pc:spChg>
        <pc:spChg chg="mod">
          <ac:chgData name="Jiang, Tracy" userId="797300cd-5ea5-4dea-ab3a-adb1e1491123" providerId="ADAL" clId="{60A49555-F42E-4A86-858D-393162508AAE}" dt="2026-08-10T11:30:42.263" v="21118" actId="20577"/>
          <ac:spMkLst>
            <pc:docMk/>
            <pc:sldMk cId="491783335" sldId="264"/>
            <ac:spMk id="60" creationId="{E8D8BCA5-FC2B-5EF2-DB07-94AD2A780C15}"/>
          </ac:spMkLst>
        </pc:spChg>
        <pc:spChg chg="mod">
          <ac:chgData name="Jiang, Tracy" userId="797300cd-5ea5-4dea-ab3a-adb1e1491123" providerId="ADAL" clId="{60A49555-F42E-4A86-858D-393162508AAE}" dt="2026-08-10T10:42:22.143" v="20024" actId="1038"/>
          <ac:spMkLst>
            <pc:docMk/>
            <pc:sldMk cId="491783335" sldId="264"/>
            <ac:spMk id="91" creationId="{2197E45C-99EF-37FA-0721-B5E9AD433ACB}"/>
          </ac:spMkLst>
        </pc:spChg>
        <pc:grpChg chg="add mod">
          <ac:chgData name="Jiang, Tracy" userId="797300cd-5ea5-4dea-ab3a-adb1e1491123" providerId="ADAL" clId="{60A49555-F42E-4A86-858D-393162508AAE}" dt="2026-08-12T10:44:08.637" v="25816" actId="14100"/>
          <ac:grpSpMkLst>
            <pc:docMk/>
            <pc:sldMk cId="491783335" sldId="264"/>
            <ac:grpSpMk id="3" creationId="{F7D6F94C-39FF-A19D-9DB4-16AEF4C9D1A9}"/>
          </ac:grpSpMkLst>
        </pc:grpChg>
        <pc:grpChg chg="mod">
          <ac:chgData name="Jiang, Tracy" userId="797300cd-5ea5-4dea-ab3a-adb1e1491123" providerId="ADAL" clId="{60A49555-F42E-4A86-858D-393162508AAE}" dt="2026-08-10T10:42:10.901" v="20006" actId="1035"/>
          <ac:grpSpMkLst>
            <pc:docMk/>
            <pc:sldMk cId="491783335" sldId="264"/>
            <ac:grpSpMk id="82" creationId="{DEB0FAB2-53F6-F0DE-E809-AF45AE18B77A}"/>
          </ac:grpSpMkLst>
        </pc:grpChg>
        <pc:graphicFrameChg chg="mod modGraphic">
          <ac:chgData name="Jiang, Tracy" userId="797300cd-5ea5-4dea-ab3a-adb1e1491123" providerId="ADAL" clId="{60A49555-F42E-4A86-858D-393162508AAE}" dt="2026-08-11T09:21:31.610" v="24911"/>
          <ac:graphicFrameMkLst>
            <pc:docMk/>
            <pc:sldMk cId="491783335" sldId="264"/>
            <ac:graphicFrameMk id="2" creationId="{962F533C-9B69-962B-9310-C45FF65EC0E7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46:51.023" v="20090" actId="20577"/>
          <ac:graphicFrameMkLst>
            <pc:docMk/>
            <pc:sldMk cId="491783335" sldId="264"/>
            <ac:graphicFrameMk id="14" creationId="{A2B4CBB6-0106-61BA-B894-971B483BB2AA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53:31.001" v="20130" actId="14100"/>
          <ac:graphicFrameMkLst>
            <pc:docMk/>
            <pc:sldMk cId="491783335" sldId="264"/>
            <ac:graphicFrameMk id="20" creationId="{65EC5006-2E82-45FC-CE9F-DB4D6A96FCA3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0T10:47:06.594" v="20115" actId="20577"/>
          <ac:graphicFrameMkLst>
            <pc:docMk/>
            <pc:sldMk cId="491783335" sldId="264"/>
            <ac:graphicFrameMk id="44" creationId="{ED38896C-3CF0-9E42-54DB-56E347C9A6F4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46:54.566" v="20095" actId="20577"/>
          <ac:graphicFrameMkLst>
            <pc:docMk/>
            <pc:sldMk cId="491783335" sldId="264"/>
            <ac:graphicFrameMk id="45" creationId="{5E2975CA-1F92-48DF-DC17-D981B28D73BD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0T10:46:57.708" v="20100" actId="20577"/>
          <ac:graphicFrameMkLst>
            <pc:docMk/>
            <pc:sldMk cId="491783335" sldId="264"/>
            <ac:graphicFrameMk id="46" creationId="{D01DACFC-452C-6F95-D77B-EAF4B90CA97E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47:00.745" v="20105" actId="20577"/>
          <ac:graphicFrameMkLst>
            <pc:docMk/>
            <pc:sldMk cId="491783335" sldId="264"/>
            <ac:graphicFrameMk id="49" creationId="{4DA5C00D-BA6E-B85A-3F65-47E828CF3DD2}"/>
          </ac:graphicFrameMkLst>
        </pc:graphicFrameChg>
        <pc:graphicFrameChg chg="modGraphic">
          <ac:chgData name="Jiang, Tracy" userId="797300cd-5ea5-4dea-ab3a-adb1e1491123" providerId="ADAL" clId="{60A49555-F42E-4A86-858D-393162508AAE}" dt="2026-08-10T10:47:03.942" v="20110" actId="20577"/>
          <ac:graphicFrameMkLst>
            <pc:docMk/>
            <pc:sldMk cId="491783335" sldId="264"/>
            <ac:graphicFrameMk id="50" creationId="{E22D958F-0FA9-7258-3FFF-22EF7D237E40}"/>
          </ac:graphicFrameMkLst>
        </pc:graphicFrameChg>
        <pc:cxnChg chg="mod">
          <ac:chgData name="Jiang, Tracy" userId="797300cd-5ea5-4dea-ab3a-adb1e1491123" providerId="ADAL" clId="{60A49555-F42E-4A86-858D-393162508AAE}" dt="2026-08-10T10:53:57.686" v="20134" actId="1036"/>
          <ac:cxnSpMkLst>
            <pc:docMk/>
            <pc:sldMk cId="491783335" sldId="264"/>
            <ac:cxnSpMk id="28" creationId="{90C7ED22-B457-D8AD-26D0-8245D1252E85}"/>
          </ac:cxnSpMkLst>
        </pc:cxnChg>
        <pc:cxnChg chg="mod">
          <ac:chgData name="Jiang, Tracy" userId="797300cd-5ea5-4dea-ab3a-adb1e1491123" providerId="ADAL" clId="{60A49555-F42E-4A86-858D-393162508AAE}" dt="2026-08-10T11:01:19.660" v="20453" actId="1036"/>
          <ac:cxnSpMkLst>
            <pc:docMk/>
            <pc:sldMk cId="491783335" sldId="264"/>
            <ac:cxnSpMk id="34" creationId="{3B2C66EA-6359-DBC8-E1E6-2F82355DA742}"/>
          </ac:cxnSpMkLst>
        </pc:cxnChg>
        <pc:cxnChg chg="mod">
          <ac:chgData name="Jiang, Tracy" userId="797300cd-5ea5-4dea-ab3a-adb1e1491123" providerId="ADAL" clId="{60A49555-F42E-4A86-858D-393162508AAE}" dt="2026-08-10T10:53:57.686" v="20134" actId="1036"/>
          <ac:cxnSpMkLst>
            <pc:docMk/>
            <pc:sldMk cId="491783335" sldId="264"/>
            <ac:cxnSpMk id="38" creationId="{0D6A00EA-413F-421C-BE1B-AB648B9FE658}"/>
          </ac:cxnSpMkLst>
        </pc:cxnChg>
        <pc:cxnChg chg="mod">
          <ac:chgData name="Jiang, Tracy" userId="797300cd-5ea5-4dea-ab3a-adb1e1491123" providerId="ADAL" clId="{60A49555-F42E-4A86-858D-393162508AAE}" dt="2026-08-10T10:53:57.686" v="20134" actId="1036"/>
          <ac:cxnSpMkLst>
            <pc:docMk/>
            <pc:sldMk cId="491783335" sldId="264"/>
            <ac:cxnSpMk id="40" creationId="{3996FF29-EB57-A904-768A-3429EF1704A6}"/>
          </ac:cxnSpMkLst>
        </pc:cxnChg>
        <pc:cxnChg chg="mod">
          <ac:chgData name="Jiang, Tracy" userId="797300cd-5ea5-4dea-ab3a-adb1e1491123" providerId="ADAL" clId="{60A49555-F42E-4A86-858D-393162508AAE}" dt="2026-08-10T11:02:16.175" v="20454" actId="1035"/>
          <ac:cxnSpMkLst>
            <pc:docMk/>
            <pc:sldMk cId="491783335" sldId="264"/>
            <ac:cxnSpMk id="41" creationId="{D2F37B16-0AF5-A682-D641-E27FC3E538A9}"/>
          </ac:cxnSpMkLst>
        </pc:cxnChg>
        <pc:cxnChg chg="mod">
          <ac:chgData name="Jiang, Tracy" userId="797300cd-5ea5-4dea-ab3a-adb1e1491123" providerId="ADAL" clId="{60A49555-F42E-4A86-858D-393162508AAE}" dt="2026-08-10T11:00:11.232" v="20440" actId="1036"/>
          <ac:cxnSpMkLst>
            <pc:docMk/>
            <pc:sldMk cId="491783335" sldId="264"/>
            <ac:cxnSpMk id="43" creationId="{2DB7AFD8-382E-4BA8-80E9-30A3E869692F}"/>
          </ac:cxnSpMkLst>
        </pc:cxnChg>
        <pc:cxnChg chg="mod">
          <ac:chgData name="Jiang, Tracy" userId="797300cd-5ea5-4dea-ab3a-adb1e1491123" providerId="ADAL" clId="{60A49555-F42E-4A86-858D-393162508AAE}" dt="2026-08-10T11:04:54.666" v="20494" actId="1035"/>
          <ac:cxnSpMkLst>
            <pc:docMk/>
            <pc:sldMk cId="491783335" sldId="264"/>
            <ac:cxnSpMk id="85" creationId="{CA826C23-9ED6-4A57-B4CA-B74530BABE05}"/>
          </ac:cxnSpMkLst>
        </pc:cxnChg>
      </pc:sldChg>
      <pc:sldChg chg="delSp modSp mod">
        <pc:chgData name="Jiang, Tracy" userId="797300cd-5ea5-4dea-ab3a-adb1e1491123" providerId="ADAL" clId="{60A49555-F42E-4A86-858D-393162508AAE}" dt="2026-08-05T03:05:06.680" v="40" actId="465"/>
        <pc:sldMkLst>
          <pc:docMk/>
          <pc:sldMk cId="1971199573" sldId="265"/>
        </pc:sldMkLst>
        <pc:spChg chg="mod">
          <ac:chgData name="Jiang, Tracy" userId="797300cd-5ea5-4dea-ab3a-adb1e1491123" providerId="ADAL" clId="{60A49555-F42E-4A86-858D-393162508AAE}" dt="2026-08-05T03:04:59.823" v="38" actId="552"/>
          <ac:spMkLst>
            <pc:docMk/>
            <pc:sldMk cId="1971199573" sldId="265"/>
            <ac:spMk id="13" creationId="{9F814E8E-3BB1-4EDB-23EE-DA70153F9960}"/>
          </ac:spMkLst>
        </pc:spChg>
        <pc:spChg chg="mod">
          <ac:chgData name="Jiang, Tracy" userId="797300cd-5ea5-4dea-ab3a-adb1e1491123" providerId="ADAL" clId="{60A49555-F42E-4A86-858D-393162508AAE}" dt="2026-08-05T03:05:01.814" v="39" actId="465"/>
          <ac:spMkLst>
            <pc:docMk/>
            <pc:sldMk cId="1971199573" sldId="265"/>
            <ac:spMk id="14" creationId="{4A8B89A8-6EB0-E36A-D353-41B453F068DB}"/>
          </ac:spMkLst>
        </pc:spChg>
        <pc:spChg chg="mod">
          <ac:chgData name="Jiang, Tracy" userId="797300cd-5ea5-4dea-ab3a-adb1e1491123" providerId="ADAL" clId="{60A49555-F42E-4A86-858D-393162508AAE}" dt="2026-08-05T03:04:59.823" v="38" actId="552"/>
          <ac:spMkLst>
            <pc:docMk/>
            <pc:sldMk cId="1971199573" sldId="265"/>
            <ac:spMk id="17" creationId="{B5B66ED6-34CD-8BF5-AAA2-1C494EB5B824}"/>
          </ac:spMkLst>
        </pc:spChg>
        <pc:spChg chg="mod">
          <ac:chgData name="Jiang, Tracy" userId="797300cd-5ea5-4dea-ab3a-adb1e1491123" providerId="ADAL" clId="{60A49555-F42E-4A86-858D-393162508AAE}" dt="2026-08-05T03:05:06.680" v="40" actId="465"/>
          <ac:spMkLst>
            <pc:docMk/>
            <pc:sldMk cId="1971199573" sldId="265"/>
            <ac:spMk id="19" creationId="{245BB2DD-EC33-5FCB-ACDA-538D11A9F38A}"/>
          </ac:spMkLst>
        </pc:spChg>
        <pc:spChg chg="mod">
          <ac:chgData name="Jiang, Tracy" userId="797300cd-5ea5-4dea-ab3a-adb1e1491123" providerId="ADAL" clId="{60A49555-F42E-4A86-858D-393162508AAE}" dt="2026-08-05T03:04:48.427" v="37" actId="1035"/>
          <ac:spMkLst>
            <pc:docMk/>
            <pc:sldMk cId="1971199573" sldId="265"/>
            <ac:spMk id="24" creationId="{5DBD05FD-C973-C492-5113-8B86A2469B2D}"/>
          </ac:spMkLst>
        </pc:spChg>
      </pc:sldChg>
      <pc:sldChg chg="addSp delSp modSp mod modShow modCm">
        <pc:chgData name="Jiang, Tracy" userId="797300cd-5ea5-4dea-ab3a-adb1e1491123" providerId="ADAL" clId="{60A49555-F42E-4A86-858D-393162508AAE}" dt="2026-08-13T09:13:14.371" v="34568" actId="13926"/>
        <pc:sldMkLst>
          <pc:docMk/>
          <pc:sldMk cId="298183996" sldId="266"/>
        </pc:sldMkLst>
        <pc:spChg chg="add mod">
          <ac:chgData name="Jiang, Tracy" userId="797300cd-5ea5-4dea-ab3a-adb1e1491123" providerId="ADAL" clId="{60A49555-F42E-4A86-858D-393162508AAE}" dt="2026-08-13T09:11:38.060" v="34555"/>
          <ac:spMkLst>
            <pc:docMk/>
            <pc:sldMk cId="298183996" sldId="266"/>
            <ac:spMk id="2" creationId="{17786326-874B-0043-894E-B3C4D472CB4E}"/>
          </ac:spMkLst>
        </pc:spChg>
        <pc:spChg chg="add mod">
          <ac:chgData name="Jiang, Tracy" userId="797300cd-5ea5-4dea-ab3a-adb1e1491123" providerId="ADAL" clId="{60A49555-F42E-4A86-858D-393162508AAE}" dt="2026-08-13T09:12:07.184" v="34561"/>
          <ac:spMkLst>
            <pc:docMk/>
            <pc:sldMk cId="298183996" sldId="266"/>
            <ac:spMk id="3" creationId="{84D02452-A5E4-A9C3-C51C-26E05F4A058B}"/>
          </ac:spMkLst>
        </pc:spChg>
        <pc:spChg chg="mod">
          <ac:chgData name="Jiang, Tracy" userId="797300cd-5ea5-4dea-ab3a-adb1e1491123" providerId="ADAL" clId="{60A49555-F42E-4A86-858D-393162508AAE}" dt="2026-08-13T09:07:34.761" v="34521" actId="14100"/>
          <ac:spMkLst>
            <pc:docMk/>
            <pc:sldMk cId="298183996" sldId="266"/>
            <ac:spMk id="11" creationId="{EFBF054E-45E9-4354-D254-9B7D8D9C0E0F}"/>
          </ac:spMkLst>
        </pc:spChg>
        <pc:spChg chg="mod">
          <ac:chgData name="Jiang, Tracy" userId="797300cd-5ea5-4dea-ab3a-adb1e1491123" providerId="ADAL" clId="{60A49555-F42E-4A86-858D-393162508AAE}" dt="2026-08-13T09:11:34.010" v="34553" actId="1076"/>
          <ac:spMkLst>
            <pc:docMk/>
            <pc:sldMk cId="298183996" sldId="266"/>
            <ac:spMk id="40" creationId="{8F6F91E7-BE82-406A-B6B2-7EEA0BE682F5}"/>
          </ac:spMkLst>
        </pc:spChg>
        <pc:spChg chg="mod">
          <ac:chgData name="Jiang, Tracy" userId="797300cd-5ea5-4dea-ab3a-adb1e1491123" providerId="ADAL" clId="{60A49555-F42E-4A86-858D-393162508AAE}" dt="2026-08-13T09:13:14.371" v="34568" actId="13926"/>
          <ac:spMkLst>
            <pc:docMk/>
            <pc:sldMk cId="298183996" sldId="266"/>
            <ac:spMk id="53" creationId="{788569BB-ACD9-E412-17D6-C469D8D25AC5}"/>
          </ac:spMkLst>
        </pc:spChg>
        <pc:graphicFrameChg chg="mod">
          <ac:chgData name="Jiang, Tracy" userId="797300cd-5ea5-4dea-ab3a-adb1e1491123" providerId="ADAL" clId="{60A49555-F42E-4A86-858D-393162508AAE}" dt="2026-08-13T09:07:47.903" v="34522"/>
          <ac:graphicFrameMkLst>
            <pc:docMk/>
            <pc:sldMk cId="298183996" sldId="266"/>
            <ac:graphicFrameMk id="10" creationId="{DB6FBB58-300A-EA37-FF73-E5E5E59A965E}"/>
          </ac:graphicFrameMkLst>
        </pc:graphicFrameChg>
        <pc:picChg chg="mod">
          <ac:chgData name="Jiang, Tracy" userId="797300cd-5ea5-4dea-ab3a-adb1e1491123" providerId="ADAL" clId="{60A49555-F42E-4A86-858D-393162508AAE}" dt="2026-08-13T09:06:33.494" v="34452" actId="14100"/>
          <ac:picMkLst>
            <pc:docMk/>
            <pc:sldMk cId="298183996" sldId="266"/>
            <ac:picMk id="4" creationId="{41148862-D46F-A5D3-F1CA-53C848054356}"/>
          </ac:picMkLst>
        </pc:picChg>
        <pc:picChg chg="mod">
          <ac:chgData name="Jiang, Tracy" userId="797300cd-5ea5-4dea-ab3a-adb1e1491123" providerId="ADAL" clId="{60A49555-F42E-4A86-858D-393162508AAE}" dt="2026-08-13T09:08:10.363" v="34525" actId="14100"/>
          <ac:picMkLst>
            <pc:docMk/>
            <pc:sldMk cId="298183996" sldId="266"/>
            <ac:picMk id="6" creationId="{DA980B8D-DBDA-A688-DD7B-D3F5C9C38E5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3T09:13:05.839" v="34567" actId="21"/>
              <pc2:cmMkLst xmlns:pc2="http://schemas.microsoft.com/office/powerpoint/2019/9/main/command">
                <pc:docMk/>
                <pc:sldMk cId="298183996" sldId="266"/>
                <pc2:cmMk id="{CD055155-722E-A448-ABE8-988FBC7E702E}"/>
              </pc2:cmMkLst>
            </pc226:cmChg>
          </p:ext>
        </pc:extLst>
      </pc:sldChg>
      <pc:sldChg chg="addSp delSp modSp mod modShow">
        <pc:chgData name="Jiang, Tracy" userId="797300cd-5ea5-4dea-ab3a-adb1e1491123" providerId="ADAL" clId="{60A49555-F42E-4A86-858D-393162508AAE}" dt="2026-08-13T09:12:37.181" v="34563" actId="14100"/>
        <pc:sldMkLst>
          <pc:docMk/>
          <pc:sldMk cId="1428314963" sldId="267"/>
        </pc:sldMkLst>
        <pc:spChg chg="add mod">
          <ac:chgData name="Jiang, Tracy" userId="797300cd-5ea5-4dea-ab3a-adb1e1491123" providerId="ADAL" clId="{60A49555-F42E-4A86-858D-393162508AAE}" dt="2026-08-13T09:04:32.688" v="34388"/>
          <ac:spMkLst>
            <pc:docMk/>
            <pc:sldMk cId="1428314963" sldId="267"/>
            <ac:spMk id="9" creationId="{B1850C92-16DA-3D75-21F9-3B8E082A6774}"/>
          </ac:spMkLst>
        </pc:spChg>
        <pc:spChg chg="mod">
          <ac:chgData name="Jiang, Tracy" userId="797300cd-5ea5-4dea-ab3a-adb1e1491123" providerId="ADAL" clId="{60A49555-F42E-4A86-858D-393162508AAE}" dt="2026-08-13T09:11:55.527" v="34557" actId="403"/>
          <ac:spMkLst>
            <pc:docMk/>
            <pc:sldMk cId="1428314963" sldId="267"/>
            <ac:spMk id="12" creationId="{7CA42D2B-E8C3-7064-EB91-07D64E3AD20F}"/>
          </ac:spMkLst>
        </pc:spChg>
        <pc:spChg chg="mod">
          <ac:chgData name="Jiang, Tracy" userId="797300cd-5ea5-4dea-ab3a-adb1e1491123" providerId="ADAL" clId="{60A49555-F42E-4A86-858D-393162508AAE}" dt="2026-08-13T09:05:44.949" v="34447" actId="1036"/>
          <ac:spMkLst>
            <pc:docMk/>
            <pc:sldMk cId="1428314963" sldId="267"/>
            <ac:spMk id="20" creationId="{4E0FE17C-0E94-7574-004B-083077A92085}"/>
          </ac:spMkLst>
        </pc:spChg>
        <pc:spChg chg="mod">
          <ac:chgData name="Jiang, Tracy" userId="797300cd-5ea5-4dea-ab3a-adb1e1491123" providerId="ADAL" clId="{60A49555-F42E-4A86-858D-393162508AAE}" dt="2026-08-13T09:12:37.181" v="34563" actId="14100"/>
          <ac:spMkLst>
            <pc:docMk/>
            <pc:sldMk cId="1428314963" sldId="267"/>
            <ac:spMk id="53" creationId="{072A432E-005F-57D6-BD89-60DB3DF4D43A}"/>
          </ac:spMkLst>
        </pc:spChg>
        <pc:graphicFrameChg chg="mod">
          <ac:chgData name="Jiang, Tracy" userId="797300cd-5ea5-4dea-ab3a-adb1e1491123" providerId="ADAL" clId="{60A49555-F42E-4A86-858D-393162508AAE}" dt="2026-08-13T09:07:55.386" v="34523"/>
          <ac:graphicFrameMkLst>
            <pc:docMk/>
            <pc:sldMk cId="1428314963" sldId="267"/>
            <ac:graphicFrameMk id="15" creationId="{C994F854-9F99-4E4C-4D0A-0EA6AF227605}"/>
          </ac:graphicFrameMkLst>
        </pc:graphicFrameChg>
        <pc:picChg chg="mod">
          <ac:chgData name="Jiang, Tracy" userId="797300cd-5ea5-4dea-ab3a-adb1e1491123" providerId="ADAL" clId="{60A49555-F42E-4A86-858D-393162508AAE}" dt="2026-08-13T09:05:44.949" v="34447" actId="1036"/>
          <ac:picMkLst>
            <pc:docMk/>
            <pc:sldMk cId="1428314963" sldId="267"/>
            <ac:picMk id="21" creationId="{D154D05A-CE7D-397A-6DB7-03CDE2CFBA77}"/>
          </ac:picMkLst>
        </pc:picChg>
        <pc:picChg chg="mod">
          <ac:chgData name="Jiang, Tracy" userId="797300cd-5ea5-4dea-ab3a-adb1e1491123" providerId="ADAL" clId="{60A49555-F42E-4A86-858D-393162508AAE}" dt="2026-08-13T09:05:44.949" v="34447" actId="1036"/>
          <ac:picMkLst>
            <pc:docMk/>
            <pc:sldMk cId="1428314963" sldId="267"/>
            <ac:picMk id="26" creationId="{AC610E68-7C98-D394-66E4-ED1269AA06DE}"/>
          </ac:picMkLst>
        </pc:picChg>
      </pc:sldChg>
      <pc:sldChg chg="addSp delSp modSp mod modShow modCm">
        <pc:chgData name="Jiang, Tracy" userId="797300cd-5ea5-4dea-ab3a-adb1e1491123" providerId="ADAL" clId="{60A49555-F42E-4A86-858D-393162508AAE}" dt="2026-08-19T08:32:29.279" v="34653" actId="478"/>
        <pc:sldMkLst>
          <pc:docMk/>
          <pc:sldMk cId="190421062" sldId="269"/>
        </pc:sldMkLst>
        <pc:spChg chg="mod">
          <ac:chgData name="Jiang, Tracy" userId="797300cd-5ea5-4dea-ab3a-adb1e1491123" providerId="ADAL" clId="{60A49555-F42E-4A86-858D-393162508AAE}" dt="2026-08-12T10:43:30.894" v="25561" actId="299"/>
          <ac:spMkLst>
            <pc:docMk/>
            <pc:sldMk cId="190421062" sldId="269"/>
            <ac:spMk id="3" creationId="{A8CE7CF0-2BE7-786A-D453-D84056308CFB}"/>
          </ac:spMkLst>
        </pc:spChg>
        <pc:spChg chg="mod">
          <ac:chgData name="Jiang, Tracy" userId="797300cd-5ea5-4dea-ab3a-adb1e1491123" providerId="ADAL" clId="{60A49555-F42E-4A86-858D-393162508AAE}" dt="2026-08-12T10:43:34.468" v="25763" actId="139"/>
          <ac:spMkLst>
            <pc:docMk/>
            <pc:sldMk cId="190421062" sldId="269"/>
            <ac:spMk id="4" creationId="{89EB1A2A-AAAC-F9DB-3E30-AB5B5B6E2D7B}"/>
          </ac:spMkLst>
        </pc:spChg>
        <pc:spChg chg="mod">
          <ac:chgData name="Jiang, Tracy" userId="797300cd-5ea5-4dea-ab3a-adb1e1491123" providerId="ADAL" clId="{60A49555-F42E-4A86-858D-393162508AAE}" dt="2026-08-12T10:43:34.404" v="25683"/>
          <ac:spMkLst>
            <pc:docMk/>
            <pc:sldMk cId="190421062" sldId="269"/>
            <ac:spMk id="5" creationId="{186BD1A2-38EA-7EE4-6C47-D02CF07317E6}"/>
          </ac:spMkLst>
        </pc:spChg>
        <pc:spChg chg="add mod">
          <ac:chgData name="Jiang, Tracy" userId="797300cd-5ea5-4dea-ab3a-adb1e1491123" providerId="ADAL" clId="{60A49555-F42E-4A86-858D-393162508AAE}" dt="2026-08-12T10:43:34.483" v="25787" actId="139"/>
          <ac:spMkLst>
            <pc:docMk/>
            <pc:sldMk cId="190421062" sldId="269"/>
            <ac:spMk id="6" creationId="{C437381A-315E-BD90-59C6-BDB05FA8B51E}"/>
          </ac:spMkLst>
        </pc:spChg>
        <pc:spChg chg="add mod">
          <ac:chgData name="Jiang, Tracy" userId="797300cd-5ea5-4dea-ab3a-adb1e1491123" providerId="ADAL" clId="{60A49555-F42E-4A86-858D-393162508AAE}" dt="2026-08-12T10:43:34.499" v="25791" actId="139"/>
          <ac:spMkLst>
            <pc:docMk/>
            <pc:sldMk cId="190421062" sldId="269"/>
            <ac:spMk id="7" creationId="{9CBA830C-8825-E2E6-9A9C-A7FE1E8B0DEF}"/>
          </ac:spMkLst>
        </pc:spChg>
        <pc:spChg chg="mod">
          <ac:chgData name="Jiang, Tracy" userId="797300cd-5ea5-4dea-ab3a-adb1e1491123" providerId="ADAL" clId="{60A49555-F42E-4A86-858D-393162508AAE}" dt="2026-08-12T10:43:34.404" v="25685"/>
          <ac:spMkLst>
            <pc:docMk/>
            <pc:sldMk cId="190421062" sldId="269"/>
            <ac:spMk id="8" creationId="{298A983F-7B91-49FE-4712-EBCC417FA0BB}"/>
          </ac:spMkLst>
        </pc:spChg>
        <pc:spChg chg="mod">
          <ac:chgData name="Jiang, Tracy" userId="797300cd-5ea5-4dea-ab3a-adb1e1491123" providerId="ADAL" clId="{60A49555-F42E-4A86-858D-393162508AAE}" dt="2026-08-12T10:43:34.404" v="25687"/>
          <ac:spMkLst>
            <pc:docMk/>
            <pc:sldMk cId="190421062" sldId="269"/>
            <ac:spMk id="9" creationId="{21324753-6AB7-DB2A-9639-B70B9A659906}"/>
          </ac:spMkLst>
        </pc:spChg>
        <pc:spChg chg="add del mod">
          <ac:chgData name="Jiang, Tracy" userId="797300cd-5ea5-4dea-ab3a-adb1e1491123" providerId="ADAL" clId="{60A49555-F42E-4A86-858D-393162508AAE}" dt="2026-08-19T08:32:29.279" v="34653" actId="478"/>
          <ac:spMkLst>
            <pc:docMk/>
            <pc:sldMk cId="190421062" sldId="269"/>
            <ac:spMk id="13" creationId="{27DC1B74-EE48-3BA0-E6E0-982611233B5D}"/>
          </ac:spMkLst>
        </pc:spChg>
        <pc:spChg chg="mod">
          <ac:chgData name="Jiang, Tracy" userId="797300cd-5ea5-4dea-ab3a-adb1e1491123" providerId="ADAL" clId="{60A49555-F42E-4A86-858D-393162508AAE}" dt="2026-08-12T10:43:34.468" v="25767" actId="139"/>
          <ac:spMkLst>
            <pc:docMk/>
            <pc:sldMk cId="190421062" sldId="269"/>
            <ac:spMk id="16" creationId="{92BDB694-4AE5-72A1-C7F0-EF25BE975EA0}"/>
          </ac:spMkLst>
        </pc:spChg>
        <pc:spChg chg="mod">
          <ac:chgData name="Jiang, Tracy" userId="797300cd-5ea5-4dea-ab3a-adb1e1491123" providerId="ADAL" clId="{60A49555-F42E-4A86-858D-393162508AAE}" dt="2026-08-12T10:43:34.420" v="25707"/>
          <ac:spMkLst>
            <pc:docMk/>
            <pc:sldMk cId="190421062" sldId="269"/>
            <ac:spMk id="18" creationId="{E2DC7D42-20B9-49D3-2E69-DCAED2909115}"/>
          </ac:spMkLst>
        </pc:spChg>
        <pc:spChg chg="mod">
          <ac:chgData name="Jiang, Tracy" userId="797300cd-5ea5-4dea-ab3a-adb1e1491123" providerId="ADAL" clId="{60A49555-F42E-4A86-858D-393162508AAE}" dt="2026-08-12T10:43:34.404" v="25689"/>
          <ac:spMkLst>
            <pc:docMk/>
            <pc:sldMk cId="190421062" sldId="269"/>
            <ac:spMk id="19" creationId="{8FE2E4A4-FE0D-CF60-4E83-8425CB036C8E}"/>
          </ac:spMkLst>
        </pc:spChg>
        <pc:spChg chg="mod">
          <ac:chgData name="Jiang, Tracy" userId="797300cd-5ea5-4dea-ab3a-adb1e1491123" providerId="ADAL" clId="{60A49555-F42E-4A86-858D-393162508AAE}" dt="2026-08-12T10:43:34.420" v="25691"/>
          <ac:spMkLst>
            <pc:docMk/>
            <pc:sldMk cId="190421062" sldId="269"/>
            <ac:spMk id="20" creationId="{C9E744A4-A6A3-EF24-1017-5F6965D60512}"/>
          </ac:spMkLst>
        </pc:spChg>
        <pc:spChg chg="mod">
          <ac:chgData name="Jiang, Tracy" userId="797300cd-5ea5-4dea-ab3a-adb1e1491123" providerId="ADAL" clId="{60A49555-F42E-4A86-858D-393162508AAE}" dt="2026-08-12T10:43:34.468" v="25771" actId="139"/>
          <ac:spMkLst>
            <pc:docMk/>
            <pc:sldMk cId="190421062" sldId="269"/>
            <ac:spMk id="23" creationId="{2FEA5737-2C9C-230C-8E53-04E7C6FEDB81}"/>
          </ac:spMkLst>
        </pc:spChg>
        <pc:spChg chg="mod">
          <ac:chgData name="Jiang, Tracy" userId="797300cd-5ea5-4dea-ab3a-adb1e1491123" providerId="ADAL" clId="{60A49555-F42E-4A86-858D-393162508AAE}" dt="2026-08-12T10:43:34.483" v="25775" actId="139"/>
          <ac:spMkLst>
            <pc:docMk/>
            <pc:sldMk cId="190421062" sldId="269"/>
            <ac:spMk id="24" creationId="{3431CF19-18D3-0917-79CD-5811E70294D7}"/>
          </ac:spMkLst>
        </pc:spChg>
        <pc:spChg chg="mod">
          <ac:chgData name="Jiang, Tracy" userId="797300cd-5ea5-4dea-ab3a-adb1e1491123" providerId="ADAL" clId="{60A49555-F42E-4A86-858D-393162508AAE}" dt="2026-08-12T10:43:34.483" v="25777"/>
          <ac:spMkLst>
            <pc:docMk/>
            <pc:sldMk cId="190421062" sldId="269"/>
            <ac:spMk id="25" creationId="{9F3B5609-B258-3AE4-9D6C-B54B17FF95A4}"/>
          </ac:spMkLst>
        </pc:spChg>
        <pc:spChg chg="mod">
          <ac:chgData name="Jiang, Tracy" userId="797300cd-5ea5-4dea-ab3a-adb1e1491123" providerId="ADAL" clId="{60A49555-F42E-4A86-858D-393162508AAE}" dt="2026-08-12T10:43:34.483" v="25779"/>
          <ac:spMkLst>
            <pc:docMk/>
            <pc:sldMk cId="190421062" sldId="269"/>
            <ac:spMk id="27" creationId="{118E5563-953E-EDC9-53F4-C7B9EE391E03}"/>
          </ac:spMkLst>
        </pc:spChg>
        <pc:spChg chg="mod">
          <ac:chgData name="Jiang, Tracy" userId="797300cd-5ea5-4dea-ab3a-adb1e1491123" providerId="ADAL" clId="{60A49555-F42E-4A86-858D-393162508AAE}" dt="2026-08-12T10:43:34.483" v="25783" actId="139"/>
          <ac:spMkLst>
            <pc:docMk/>
            <pc:sldMk cId="190421062" sldId="269"/>
            <ac:spMk id="29" creationId="{FE76E0C0-09C0-8FD3-2A22-651D9DBA5EB6}"/>
          </ac:spMkLst>
        </pc:spChg>
        <pc:spChg chg="mod">
          <ac:chgData name="Jiang, Tracy" userId="797300cd-5ea5-4dea-ab3a-adb1e1491123" providerId="ADAL" clId="{60A49555-F42E-4A86-858D-393162508AAE}" dt="2026-08-11T03:20:25.125" v="21616" actId="1036"/>
          <ac:spMkLst>
            <pc:docMk/>
            <pc:sldMk cId="190421062" sldId="269"/>
            <ac:spMk id="31" creationId="{C25F6012-5A7E-1028-D837-0274CE5F4AE1}"/>
          </ac:spMkLst>
        </pc:spChg>
        <pc:spChg chg="mod">
          <ac:chgData name="Jiang, Tracy" userId="797300cd-5ea5-4dea-ab3a-adb1e1491123" providerId="ADAL" clId="{60A49555-F42E-4A86-858D-393162508AAE}" dt="2026-08-12T10:43:51.491" v="25813" actId="20577"/>
          <ac:spMkLst>
            <pc:docMk/>
            <pc:sldMk cId="190421062" sldId="269"/>
            <ac:spMk id="32" creationId="{1B646C6A-7A1F-B2B9-257F-F0F644B261D4}"/>
          </ac:spMkLst>
        </pc:spChg>
        <pc:spChg chg="mod">
          <ac:chgData name="Jiang, Tracy" userId="797300cd-5ea5-4dea-ab3a-adb1e1491123" providerId="ADAL" clId="{60A49555-F42E-4A86-858D-393162508AAE}" dt="2026-08-13T03:29:14.769" v="26783" actId="552"/>
          <ac:spMkLst>
            <pc:docMk/>
            <pc:sldMk cId="190421062" sldId="269"/>
            <ac:spMk id="33" creationId="{491A35F5-0F78-5A03-B55D-7B8DD9094F1F}"/>
          </ac:spMkLst>
        </pc:spChg>
        <pc:spChg chg="mod">
          <ac:chgData name="Jiang, Tracy" userId="797300cd-5ea5-4dea-ab3a-adb1e1491123" providerId="ADAL" clId="{60A49555-F42E-4A86-858D-393162508AAE}" dt="2026-08-13T03:29:18.870" v="26784" actId="552"/>
          <ac:spMkLst>
            <pc:docMk/>
            <pc:sldMk cId="190421062" sldId="269"/>
            <ac:spMk id="34" creationId="{72DBC3CC-2BD8-A020-E369-BFE573DCBB25}"/>
          </ac:spMkLst>
        </pc:spChg>
        <pc:spChg chg="mod">
          <ac:chgData name="Jiang, Tracy" userId="797300cd-5ea5-4dea-ab3a-adb1e1491123" providerId="ADAL" clId="{60A49555-F42E-4A86-858D-393162508AAE}" dt="2026-08-12T10:43:34.420" v="25695"/>
          <ac:spMkLst>
            <pc:docMk/>
            <pc:sldMk cId="190421062" sldId="269"/>
            <ac:spMk id="35" creationId="{DD142599-7029-1A19-C1D4-AB9E1D8F3F78}"/>
          </ac:spMkLst>
        </pc:spChg>
        <pc:spChg chg="mod">
          <ac:chgData name="Jiang, Tracy" userId="797300cd-5ea5-4dea-ab3a-adb1e1491123" providerId="ADAL" clId="{60A49555-F42E-4A86-858D-393162508AAE}" dt="2026-08-12T10:43:34.420" v="25697"/>
          <ac:spMkLst>
            <pc:docMk/>
            <pc:sldMk cId="190421062" sldId="269"/>
            <ac:spMk id="36" creationId="{4CA91330-5CE5-6EFC-E473-235E03171C44}"/>
          </ac:spMkLst>
        </pc:spChg>
        <pc:spChg chg="mod">
          <ac:chgData name="Jiang, Tracy" userId="797300cd-5ea5-4dea-ab3a-adb1e1491123" providerId="ADAL" clId="{60A49555-F42E-4A86-858D-393162508AAE}" dt="2026-08-12T10:43:34.420" v="25699"/>
          <ac:spMkLst>
            <pc:docMk/>
            <pc:sldMk cId="190421062" sldId="269"/>
            <ac:spMk id="57" creationId="{36D545E6-33D9-3E92-6619-B95C0BA1715A}"/>
          </ac:spMkLst>
        </pc:spChg>
        <pc:spChg chg="mod">
          <ac:chgData name="Jiang, Tracy" userId="797300cd-5ea5-4dea-ab3a-adb1e1491123" providerId="ADAL" clId="{60A49555-F42E-4A86-858D-393162508AAE}" dt="2026-08-12T10:43:34.420" v="25701"/>
          <ac:spMkLst>
            <pc:docMk/>
            <pc:sldMk cId="190421062" sldId="269"/>
            <ac:spMk id="100" creationId="{CA659021-10FE-1F3A-45B7-E51C65985B30}"/>
          </ac:spMkLst>
        </pc:spChg>
        <pc:spChg chg="mod">
          <ac:chgData name="Jiang, Tracy" userId="797300cd-5ea5-4dea-ab3a-adb1e1491123" providerId="ADAL" clId="{60A49555-F42E-4A86-858D-393162508AAE}" dt="2026-08-12T10:43:34.420" v="25705"/>
          <ac:spMkLst>
            <pc:docMk/>
            <pc:sldMk cId="190421062" sldId="269"/>
            <ac:spMk id="144" creationId="{3B8FDD54-DE3E-D275-A6CC-ACB026A551B4}"/>
          </ac:spMkLst>
        </pc:spChg>
        <pc:spChg chg="mod">
          <ac:chgData name="Jiang, Tracy" userId="797300cd-5ea5-4dea-ab3a-adb1e1491123" providerId="ADAL" clId="{60A49555-F42E-4A86-858D-393162508AAE}" dt="2026-08-13T03:30:39.950" v="26901" actId="1036"/>
          <ac:spMkLst>
            <pc:docMk/>
            <pc:sldMk cId="190421062" sldId="269"/>
            <ac:spMk id="153" creationId="{40E58333-21CD-D22D-808B-B591E1197F68}"/>
          </ac:spMkLst>
        </pc:spChg>
        <pc:spChg chg="mod">
          <ac:chgData name="Jiang, Tracy" userId="797300cd-5ea5-4dea-ab3a-adb1e1491123" providerId="ADAL" clId="{60A49555-F42E-4A86-858D-393162508AAE}" dt="2026-08-13T03:30:31.773" v="26899" actId="552"/>
          <ac:spMkLst>
            <pc:docMk/>
            <pc:sldMk cId="190421062" sldId="269"/>
            <ac:spMk id="154" creationId="{DF956C1A-6B30-B70F-7B4B-205280F6C862}"/>
          </ac:spMkLst>
        </pc:spChg>
        <pc:spChg chg="mod">
          <ac:chgData name="Jiang, Tracy" userId="797300cd-5ea5-4dea-ab3a-adb1e1491123" providerId="ADAL" clId="{60A49555-F42E-4A86-858D-393162508AAE}" dt="2026-08-13T03:30:31.773" v="26899" actId="552"/>
          <ac:spMkLst>
            <pc:docMk/>
            <pc:sldMk cId="190421062" sldId="269"/>
            <ac:spMk id="155" creationId="{C008476A-6EC5-54C4-DC48-490CFD52C22F}"/>
          </ac:spMkLst>
        </pc:spChg>
        <pc:spChg chg="mod">
          <ac:chgData name="Jiang, Tracy" userId="797300cd-5ea5-4dea-ab3a-adb1e1491123" providerId="ADAL" clId="{60A49555-F42E-4A86-858D-393162508AAE}" dt="2026-08-12T10:43:34.420" v="25707"/>
          <ac:spMkLst>
            <pc:docMk/>
            <pc:sldMk cId="190421062" sldId="269"/>
            <ac:spMk id="157" creationId="{162D16F2-85B7-9AA6-5B64-6BDFF3D37354}"/>
          </ac:spMkLst>
        </pc:spChg>
        <pc:spChg chg="mod">
          <ac:chgData name="Jiang, Tracy" userId="797300cd-5ea5-4dea-ab3a-adb1e1491123" providerId="ADAL" clId="{60A49555-F42E-4A86-858D-393162508AAE}" dt="2026-08-12T10:43:34.420" v="25707"/>
          <ac:spMkLst>
            <pc:docMk/>
            <pc:sldMk cId="190421062" sldId="269"/>
            <ac:spMk id="172" creationId="{516E5BF4-1975-ED68-1C72-07A9D5F8751B}"/>
          </ac:spMkLst>
        </pc:spChg>
        <pc:spChg chg="mod">
          <ac:chgData name="Jiang, Tracy" userId="797300cd-5ea5-4dea-ab3a-adb1e1491123" providerId="ADAL" clId="{60A49555-F42E-4A86-858D-393162508AAE}" dt="2026-08-12T10:43:34.438" v="25717" actId="139"/>
          <ac:spMkLst>
            <pc:docMk/>
            <pc:sldMk cId="190421062" sldId="269"/>
            <ac:spMk id="208" creationId="{9C5B9C6B-DAAF-3F94-1AA5-0F49FFFE63B1}"/>
          </ac:spMkLst>
        </pc:spChg>
        <pc:spChg chg="mod">
          <ac:chgData name="Jiang, Tracy" userId="797300cd-5ea5-4dea-ab3a-adb1e1491123" providerId="ADAL" clId="{60A49555-F42E-4A86-858D-393162508AAE}" dt="2026-08-12T10:43:34.442" v="25723"/>
          <ac:spMkLst>
            <pc:docMk/>
            <pc:sldMk cId="190421062" sldId="269"/>
            <ac:spMk id="218" creationId="{C9941E71-483D-04E1-4D2F-795B4865A58E}"/>
          </ac:spMkLst>
        </pc:spChg>
        <pc:spChg chg="mod">
          <ac:chgData name="Jiang, Tracy" userId="797300cd-5ea5-4dea-ab3a-adb1e1491123" providerId="ADAL" clId="{60A49555-F42E-4A86-858D-393162508AAE}" dt="2026-08-12T10:43:34.442" v="25723"/>
          <ac:spMkLst>
            <pc:docMk/>
            <pc:sldMk cId="190421062" sldId="269"/>
            <ac:spMk id="220" creationId="{4B702CA1-D529-826C-447F-B6041E96F58D}"/>
          </ac:spMkLst>
        </pc:spChg>
        <pc:spChg chg="mod">
          <ac:chgData name="Jiang, Tracy" userId="797300cd-5ea5-4dea-ab3a-adb1e1491123" providerId="ADAL" clId="{60A49555-F42E-4A86-858D-393162508AAE}" dt="2026-08-12T10:43:34.442" v="25723"/>
          <ac:spMkLst>
            <pc:docMk/>
            <pc:sldMk cId="190421062" sldId="269"/>
            <ac:spMk id="221" creationId="{A8543AD8-4D6C-B4B0-D6E7-31C4585B9718}"/>
          </ac:spMkLst>
        </pc:spChg>
        <pc:spChg chg="mod">
          <ac:chgData name="Jiang, Tracy" userId="797300cd-5ea5-4dea-ab3a-adb1e1491123" providerId="ADAL" clId="{60A49555-F42E-4A86-858D-393162508AAE}" dt="2026-08-12T10:43:34.444" v="25725"/>
          <ac:spMkLst>
            <pc:docMk/>
            <pc:sldMk cId="190421062" sldId="269"/>
            <ac:spMk id="223" creationId="{66E30247-6123-5DDB-3F7C-603036583AFF}"/>
          </ac:spMkLst>
        </pc:spChg>
        <pc:spChg chg="mod">
          <ac:chgData name="Jiang, Tracy" userId="797300cd-5ea5-4dea-ab3a-adb1e1491123" providerId="ADAL" clId="{60A49555-F42E-4A86-858D-393162508AAE}" dt="2026-08-12T10:43:34.444" v="25725"/>
          <ac:spMkLst>
            <pc:docMk/>
            <pc:sldMk cId="190421062" sldId="269"/>
            <ac:spMk id="225" creationId="{D7115D3C-4804-BC1B-DE3C-6A0715C62D39}"/>
          </ac:spMkLst>
        </pc:spChg>
        <pc:spChg chg="mod">
          <ac:chgData name="Jiang, Tracy" userId="797300cd-5ea5-4dea-ab3a-adb1e1491123" providerId="ADAL" clId="{60A49555-F42E-4A86-858D-393162508AAE}" dt="2026-08-12T10:43:34.444" v="25725"/>
          <ac:spMkLst>
            <pc:docMk/>
            <pc:sldMk cId="190421062" sldId="269"/>
            <ac:spMk id="226" creationId="{D1B67B44-4C57-2089-929F-53B1DECE6E1F}"/>
          </ac:spMkLst>
        </pc:spChg>
        <pc:spChg chg="mod">
          <ac:chgData name="Jiang, Tracy" userId="797300cd-5ea5-4dea-ab3a-adb1e1491123" providerId="ADAL" clId="{60A49555-F42E-4A86-858D-393162508AAE}" dt="2026-08-12T10:43:34.452" v="25739"/>
          <ac:spMkLst>
            <pc:docMk/>
            <pc:sldMk cId="190421062" sldId="269"/>
            <ac:spMk id="227" creationId="{8CB583B8-858C-5E75-2525-C3D9DDEE46DC}"/>
          </ac:spMkLst>
        </pc:spChg>
        <pc:spChg chg="mod">
          <ac:chgData name="Jiang, Tracy" userId="797300cd-5ea5-4dea-ab3a-adb1e1491123" providerId="ADAL" clId="{60A49555-F42E-4A86-858D-393162508AAE}" dt="2026-08-12T10:43:34.446" v="25729" actId="139"/>
          <ac:spMkLst>
            <pc:docMk/>
            <pc:sldMk cId="190421062" sldId="269"/>
            <ac:spMk id="229" creationId="{08463D9E-5954-B22B-88E6-3879240BE298}"/>
          </ac:spMkLst>
        </pc:spChg>
        <pc:spChg chg="mod">
          <ac:chgData name="Jiang, Tracy" userId="797300cd-5ea5-4dea-ab3a-adb1e1491123" providerId="ADAL" clId="{60A49555-F42E-4A86-858D-393162508AAE}" dt="2026-08-12T10:43:34.448" v="25731"/>
          <ac:spMkLst>
            <pc:docMk/>
            <pc:sldMk cId="190421062" sldId="269"/>
            <ac:spMk id="230" creationId="{7BFE2D19-DB91-8BC6-8992-51939AEED6A6}"/>
          </ac:spMkLst>
        </pc:spChg>
        <pc:spChg chg="mod">
          <ac:chgData name="Jiang, Tracy" userId="797300cd-5ea5-4dea-ab3a-adb1e1491123" providerId="ADAL" clId="{60A49555-F42E-4A86-858D-393162508AAE}" dt="2026-08-13T03:29:31.930" v="26850" actId="12789"/>
          <ac:spMkLst>
            <pc:docMk/>
            <pc:sldMk cId="190421062" sldId="269"/>
            <ac:spMk id="234" creationId="{61BB3937-6FB9-4851-1650-FE866BC502DC}"/>
          </ac:spMkLst>
        </pc:spChg>
        <pc:spChg chg="mod">
          <ac:chgData name="Jiang, Tracy" userId="797300cd-5ea5-4dea-ab3a-adb1e1491123" providerId="ADAL" clId="{60A49555-F42E-4A86-858D-393162508AAE}" dt="2026-08-13T03:29:18.870" v="26784" actId="552"/>
          <ac:spMkLst>
            <pc:docMk/>
            <pc:sldMk cId="190421062" sldId="269"/>
            <ac:spMk id="235" creationId="{FF05D86C-CB91-7F2F-9DF3-83F9A839B23B}"/>
          </ac:spMkLst>
        </pc:spChg>
        <pc:spChg chg="mod">
          <ac:chgData name="Jiang, Tracy" userId="797300cd-5ea5-4dea-ab3a-adb1e1491123" providerId="ADAL" clId="{60A49555-F42E-4A86-858D-393162508AAE}" dt="2026-08-12T10:43:34.452" v="25739"/>
          <ac:spMkLst>
            <pc:docMk/>
            <pc:sldMk cId="190421062" sldId="269"/>
            <ac:spMk id="243" creationId="{B9679356-51CD-2B42-D1DF-0EB7163C6DE4}"/>
          </ac:spMkLst>
        </pc:spChg>
        <pc:spChg chg="mod">
          <ac:chgData name="Jiang, Tracy" userId="797300cd-5ea5-4dea-ab3a-adb1e1491123" providerId="ADAL" clId="{60A49555-F42E-4A86-858D-393162508AAE}" dt="2026-08-12T10:43:34.452" v="25741"/>
          <ac:spMkLst>
            <pc:docMk/>
            <pc:sldMk cId="190421062" sldId="269"/>
            <ac:spMk id="244" creationId="{023A0814-5CE1-BDB5-B61D-B7705C8C9D9D}"/>
          </ac:spMkLst>
        </pc:spChg>
        <pc:spChg chg="mod">
          <ac:chgData name="Jiang, Tracy" userId="797300cd-5ea5-4dea-ab3a-adb1e1491123" providerId="ADAL" clId="{60A49555-F42E-4A86-858D-393162508AAE}" dt="2026-08-12T10:43:34.452" v="25741"/>
          <ac:spMkLst>
            <pc:docMk/>
            <pc:sldMk cId="190421062" sldId="269"/>
            <ac:spMk id="245" creationId="{21C5735F-90C6-EF3B-7994-76ECCDCB21A9}"/>
          </ac:spMkLst>
        </pc:spChg>
        <pc:spChg chg="mod">
          <ac:chgData name="Jiang, Tracy" userId="797300cd-5ea5-4dea-ab3a-adb1e1491123" providerId="ADAL" clId="{60A49555-F42E-4A86-858D-393162508AAE}" dt="2026-08-12T10:43:34.452" v="25742"/>
          <ac:spMkLst>
            <pc:docMk/>
            <pc:sldMk cId="190421062" sldId="269"/>
            <ac:spMk id="256" creationId="{03B34DE8-865D-0E1A-7C6E-E392BBD092B2}"/>
          </ac:spMkLst>
        </pc:spChg>
        <pc:spChg chg="mod">
          <ac:chgData name="Jiang, Tracy" userId="797300cd-5ea5-4dea-ab3a-adb1e1491123" providerId="ADAL" clId="{60A49555-F42E-4A86-858D-393162508AAE}" dt="2026-08-12T10:43:34.452" v="25748"/>
          <ac:spMkLst>
            <pc:docMk/>
            <pc:sldMk cId="190421062" sldId="269"/>
            <ac:spMk id="257" creationId="{D211E415-2FE8-7ADE-4D57-183493EB4402}"/>
          </ac:spMkLst>
        </pc:spChg>
        <pc:spChg chg="mod">
          <ac:chgData name="Jiang, Tracy" userId="797300cd-5ea5-4dea-ab3a-adb1e1491123" providerId="ADAL" clId="{60A49555-F42E-4A86-858D-393162508AAE}" dt="2026-08-12T10:43:34.452" v="25749"/>
          <ac:spMkLst>
            <pc:docMk/>
            <pc:sldMk cId="190421062" sldId="269"/>
            <ac:spMk id="258" creationId="{0BD3F060-6EB7-F832-6CAA-4B42F960538D}"/>
          </ac:spMkLst>
        </pc:spChg>
        <pc:spChg chg="mod">
          <ac:chgData name="Jiang, Tracy" userId="797300cd-5ea5-4dea-ab3a-adb1e1491123" providerId="ADAL" clId="{60A49555-F42E-4A86-858D-393162508AAE}" dt="2026-08-12T10:43:34.468" v="25755"/>
          <ac:spMkLst>
            <pc:docMk/>
            <pc:sldMk cId="190421062" sldId="269"/>
            <ac:spMk id="259" creationId="{52CBBB4D-A5C4-043D-19A2-1C68C6844F5A}"/>
          </ac:spMkLst>
        </pc:spChg>
        <pc:spChg chg="mod">
          <ac:chgData name="Jiang, Tracy" userId="797300cd-5ea5-4dea-ab3a-adb1e1491123" providerId="ADAL" clId="{60A49555-F42E-4A86-858D-393162508AAE}" dt="2026-08-12T10:43:34.468" v="25757"/>
          <ac:spMkLst>
            <pc:docMk/>
            <pc:sldMk cId="190421062" sldId="269"/>
            <ac:spMk id="260" creationId="{C1073BC3-DE22-B36A-1AC2-EEA0262E0366}"/>
          </ac:spMkLst>
        </pc:spChg>
        <pc:spChg chg="mod">
          <ac:chgData name="Jiang, Tracy" userId="797300cd-5ea5-4dea-ab3a-adb1e1491123" providerId="ADAL" clId="{60A49555-F42E-4A86-858D-393162508AAE}" dt="2026-08-12T10:43:34.468" v="25759"/>
          <ac:spMkLst>
            <pc:docMk/>
            <pc:sldMk cId="190421062" sldId="269"/>
            <ac:spMk id="261" creationId="{706D6495-1C58-0C15-3D0C-5FF317E2D3A3}"/>
          </ac:spMkLst>
        </pc:spChg>
        <pc:grpChg chg="add mod">
          <ac:chgData name="Jiang, Tracy" userId="797300cd-5ea5-4dea-ab3a-adb1e1491123" providerId="ADAL" clId="{60A49555-F42E-4A86-858D-393162508AAE}" dt="2026-08-11T03:23:08.084" v="21732" actId="1035"/>
          <ac:grpSpMkLst>
            <pc:docMk/>
            <pc:sldMk cId="190421062" sldId="269"/>
            <ac:grpSpMk id="10" creationId="{2888C086-9239-2BCD-F4BA-1397DA55333D}"/>
          </ac:grpSpMkLst>
        </pc:grpChg>
        <pc:grpChg chg="add mod">
          <ac:chgData name="Jiang, Tracy" userId="797300cd-5ea5-4dea-ab3a-adb1e1491123" providerId="ADAL" clId="{60A49555-F42E-4A86-858D-393162508AAE}" dt="2026-08-12T10:43:34.452" v="25739"/>
          <ac:grpSpMkLst>
            <pc:docMk/>
            <pc:sldMk cId="190421062" sldId="269"/>
            <ac:grpSpMk id="11" creationId="{E6576098-0A23-5F43-3521-05120C54E0BF}"/>
          </ac:grpSpMkLst>
        </pc:grpChg>
        <pc:grpChg chg="mod">
          <ac:chgData name="Jiang, Tracy" userId="797300cd-5ea5-4dea-ab3a-adb1e1491123" providerId="ADAL" clId="{60A49555-F42E-4A86-858D-393162508AAE}" dt="2026-08-12T10:43:34.420" v="25707"/>
          <ac:grpSpMkLst>
            <pc:docMk/>
            <pc:sldMk cId="190421062" sldId="269"/>
            <ac:grpSpMk id="214" creationId="{F3AAFD89-95C6-B799-4526-C6E63AC44C00}"/>
          </ac:grpSpMkLst>
        </pc:grpChg>
        <pc:grpChg chg="mod">
          <ac:chgData name="Jiang, Tracy" userId="797300cd-5ea5-4dea-ab3a-adb1e1491123" providerId="ADAL" clId="{60A49555-F42E-4A86-858D-393162508AAE}" dt="2026-08-12T10:43:34.442" v="25723"/>
          <ac:grpSpMkLst>
            <pc:docMk/>
            <pc:sldMk cId="190421062" sldId="269"/>
            <ac:grpSpMk id="217" creationId="{7F2B6F97-E2CD-E1B0-21DE-1869ADFE588D}"/>
          </ac:grpSpMkLst>
        </pc:grpChg>
        <pc:grpChg chg="mod">
          <ac:chgData name="Jiang, Tracy" userId="797300cd-5ea5-4dea-ab3a-adb1e1491123" providerId="ADAL" clId="{60A49555-F42E-4A86-858D-393162508AAE}" dt="2026-08-12T10:43:34.442" v="25723"/>
          <ac:grpSpMkLst>
            <pc:docMk/>
            <pc:sldMk cId="190421062" sldId="269"/>
            <ac:grpSpMk id="219" creationId="{D4E8EF7D-55A4-CD48-95A1-C3B57BC7E98D}"/>
          </ac:grpSpMkLst>
        </pc:grpChg>
        <pc:grpChg chg="mod">
          <ac:chgData name="Jiang, Tracy" userId="797300cd-5ea5-4dea-ab3a-adb1e1491123" providerId="ADAL" clId="{60A49555-F42E-4A86-858D-393162508AAE}" dt="2026-08-12T10:43:34.444" v="25725"/>
          <ac:grpSpMkLst>
            <pc:docMk/>
            <pc:sldMk cId="190421062" sldId="269"/>
            <ac:grpSpMk id="222" creationId="{966253B5-A3FA-77A5-7A86-BD1DA77EA867}"/>
          </ac:grpSpMkLst>
        </pc:grpChg>
        <pc:grpChg chg="mod">
          <ac:chgData name="Jiang, Tracy" userId="797300cd-5ea5-4dea-ab3a-adb1e1491123" providerId="ADAL" clId="{60A49555-F42E-4A86-858D-393162508AAE}" dt="2026-08-12T10:43:34.444" v="25725"/>
          <ac:grpSpMkLst>
            <pc:docMk/>
            <pc:sldMk cId="190421062" sldId="269"/>
            <ac:grpSpMk id="224" creationId="{167749A4-808F-D6AE-5815-B7E1450A5506}"/>
          </ac:grpSpMkLst>
        </pc:grpChg>
        <pc:grpChg chg="mod">
          <ac:chgData name="Jiang, Tracy" userId="797300cd-5ea5-4dea-ab3a-adb1e1491123" providerId="ADAL" clId="{60A49555-F42E-4A86-858D-393162508AAE}" dt="2026-08-13T03:30:14.293" v="26897" actId="1036"/>
          <ac:grpSpMkLst>
            <pc:docMk/>
            <pc:sldMk cId="190421062" sldId="269"/>
            <ac:grpSpMk id="264" creationId="{818C20D3-0D4D-F190-CB21-AADED04A4680}"/>
          </ac:grpSpMkLst>
        </pc:grpChg>
        <pc:graphicFrameChg chg="mod">
          <ac:chgData name="Jiang, Tracy" userId="797300cd-5ea5-4dea-ab3a-adb1e1491123" providerId="ADAL" clId="{60A49555-F42E-4A86-858D-393162508AAE}" dt="2026-08-12T10:43:34.499" v="25793"/>
          <ac:graphicFrameMkLst>
            <pc:docMk/>
            <pc:sldMk cId="190421062" sldId="269"/>
            <ac:graphicFrameMk id="12" creationId="{F570C706-E95F-6EC8-1AC8-BA1353AFD1F3}"/>
          </ac:graphicFrameMkLst>
        </pc:graphicFrameChg>
        <pc:cxnChg chg="mod">
          <ac:chgData name="Jiang, Tracy" userId="797300cd-5ea5-4dea-ab3a-adb1e1491123" providerId="ADAL" clId="{60A49555-F42E-4A86-858D-393162508AAE}" dt="2026-08-12T10:43:34.404" v="25689"/>
          <ac:cxnSpMkLst>
            <pc:docMk/>
            <pc:sldMk cId="190421062" sldId="269"/>
            <ac:cxnSpMk id="26" creationId="{07F0B75B-3ED1-1152-6670-528A4F9D7359}"/>
          </ac:cxnSpMkLst>
        </pc:cxnChg>
        <pc:cxnChg chg="mod">
          <ac:chgData name="Jiang, Tracy" userId="797300cd-5ea5-4dea-ab3a-adb1e1491123" providerId="ADAL" clId="{60A49555-F42E-4A86-858D-393162508AAE}" dt="2026-08-12T10:43:34.420" v="25691"/>
          <ac:cxnSpMkLst>
            <pc:docMk/>
            <pc:sldMk cId="190421062" sldId="269"/>
            <ac:cxnSpMk id="38" creationId="{98587F94-A96B-DEDE-8FCC-17FC4AE74D47}"/>
          </ac:cxnSpMkLst>
        </pc:cxnChg>
        <pc:cxnChg chg="mod">
          <ac:chgData name="Jiang, Tracy" userId="797300cd-5ea5-4dea-ab3a-adb1e1491123" providerId="ADAL" clId="{60A49555-F42E-4A86-858D-393162508AAE}" dt="2026-08-12T10:43:34.420" v="25697"/>
          <ac:cxnSpMkLst>
            <pc:docMk/>
            <pc:sldMk cId="190421062" sldId="269"/>
            <ac:cxnSpMk id="45" creationId="{A5C509E7-9389-940C-B5D1-3DD075747A06}"/>
          </ac:cxnSpMkLst>
        </pc:cxnChg>
        <pc:cxnChg chg="mod">
          <ac:chgData name="Jiang, Tracy" userId="797300cd-5ea5-4dea-ab3a-adb1e1491123" providerId="ADAL" clId="{60A49555-F42E-4A86-858D-393162508AAE}" dt="2026-08-12T10:43:34.420" v="25703"/>
          <ac:cxnSpMkLst>
            <pc:docMk/>
            <pc:sldMk cId="190421062" sldId="269"/>
            <ac:cxnSpMk id="124" creationId="{D5A02642-7070-7769-CFD1-32397D8C56D3}"/>
          </ac:cxnSpMkLst>
        </pc:cxnChg>
        <pc:cxnChg chg="mod">
          <ac:chgData name="Jiang, Tracy" userId="797300cd-5ea5-4dea-ab3a-adb1e1491123" providerId="ADAL" clId="{60A49555-F42E-4A86-858D-393162508AAE}" dt="2026-08-12T10:43:34.420" v="25709"/>
          <ac:cxnSpMkLst>
            <pc:docMk/>
            <pc:sldMk cId="190421062" sldId="269"/>
            <ac:cxnSpMk id="166" creationId="{7675DED1-271B-2521-DA27-3BD601017D31}"/>
          </ac:cxnSpMkLst>
        </pc:cxnChg>
        <pc:cxnChg chg="mod">
          <ac:chgData name="Jiang, Tracy" userId="797300cd-5ea5-4dea-ab3a-adb1e1491123" providerId="ADAL" clId="{60A49555-F42E-4A86-858D-393162508AAE}" dt="2026-08-12T10:43:34.420" v="25711"/>
          <ac:cxnSpMkLst>
            <pc:docMk/>
            <pc:sldMk cId="190421062" sldId="269"/>
            <ac:cxnSpMk id="169" creationId="{83A48679-7C57-C222-16FA-9DC1A2047EB8}"/>
          </ac:cxnSpMkLst>
        </pc:cxnChg>
        <pc:cxnChg chg="mod">
          <ac:chgData name="Jiang, Tracy" userId="797300cd-5ea5-4dea-ab3a-adb1e1491123" providerId="ADAL" clId="{60A49555-F42E-4A86-858D-393162508AAE}" dt="2026-08-12T10:43:34.420" v="25713"/>
          <ac:cxnSpMkLst>
            <pc:docMk/>
            <pc:sldMk cId="190421062" sldId="269"/>
            <ac:cxnSpMk id="179" creationId="{A4BCDF4B-CC27-7630-5D2C-B8628D239B33}"/>
          </ac:cxnSpMkLst>
        </pc:cxnChg>
        <pc:cxnChg chg="mod">
          <ac:chgData name="Jiang, Tracy" userId="797300cd-5ea5-4dea-ab3a-adb1e1491123" providerId="ADAL" clId="{60A49555-F42E-4A86-858D-393162508AAE}" dt="2026-08-12T10:43:34.440" v="25719"/>
          <ac:cxnSpMkLst>
            <pc:docMk/>
            <pc:sldMk cId="190421062" sldId="269"/>
            <ac:cxnSpMk id="213" creationId="{2DC4A85A-857F-9F36-5A64-C995BFD18ADD}"/>
          </ac:cxnSpMkLst>
        </pc:cxnChg>
        <pc:cxnChg chg="mod">
          <ac:chgData name="Jiang, Tracy" userId="797300cd-5ea5-4dea-ab3a-adb1e1491123" providerId="ADAL" clId="{60A49555-F42E-4A86-858D-393162508AAE}" dt="2026-08-12T10:43:34.440" v="25721"/>
          <ac:cxnSpMkLst>
            <pc:docMk/>
            <pc:sldMk cId="190421062" sldId="269"/>
            <ac:cxnSpMk id="215" creationId="{3CE10DC6-7BF4-1948-0F5F-93FDC09C0EBB}"/>
          </ac:cxnSpMkLst>
        </pc:cxnChg>
        <pc:cxnChg chg="add del mod">
          <ac:chgData name="Jiang, Tracy" userId="797300cd-5ea5-4dea-ab3a-adb1e1491123" providerId="ADAL" clId="{60A49555-F42E-4A86-858D-393162508AAE}" dt="2026-08-13T03:29:39.448" v="26851" actId="12789"/>
          <ac:cxnSpMkLst>
            <pc:docMk/>
            <pc:sldMk cId="190421062" sldId="269"/>
            <ac:cxnSpMk id="236" creationId="{5A977077-53B2-DD4C-ABC3-FB86173D669B}"/>
          </ac:cxnSpMkLst>
        </pc:cxnChg>
        <pc:cxnChg chg="add del mod">
          <ac:chgData name="Jiang, Tracy" userId="797300cd-5ea5-4dea-ab3a-adb1e1491123" providerId="ADAL" clId="{60A49555-F42E-4A86-858D-393162508AAE}" dt="2026-08-13T03:29:53.865" v="26886" actId="14100"/>
          <ac:cxnSpMkLst>
            <pc:docMk/>
            <pc:sldMk cId="190421062" sldId="269"/>
            <ac:cxnSpMk id="238" creationId="{07C8AD00-AA1F-FF25-E995-598146E4C85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1T04:30:28.750" v="21777" actId="6549"/>
              <pc2:cmMkLst xmlns:pc2="http://schemas.microsoft.com/office/powerpoint/2019/9/main/command">
                <pc:docMk/>
                <pc:sldMk cId="190421062" sldId="269"/>
                <pc2:cmMk id="{9F7B88D9-399F-4C7D-8E76-FA390090A8FA}"/>
              </pc2:cmMkLst>
            </pc226:cmChg>
          </p:ext>
        </pc:extLst>
      </pc:sldChg>
      <pc:sldChg chg="addSp delSp modSp mod modShow">
        <pc:chgData name="Jiang, Tracy" userId="797300cd-5ea5-4dea-ab3a-adb1e1491123" providerId="ADAL" clId="{60A49555-F42E-4A86-858D-393162508AAE}" dt="2026-08-19T08:32:32.290" v="34654" actId="478"/>
        <pc:sldMkLst>
          <pc:docMk/>
          <pc:sldMk cId="3736400055" sldId="270"/>
        </pc:sldMkLst>
        <pc:spChg chg="mod">
          <ac:chgData name="Jiang, Tracy" userId="797300cd-5ea5-4dea-ab3a-adb1e1491123" providerId="ADAL" clId="{60A49555-F42E-4A86-858D-393162508AAE}" dt="2026-08-11T09:10:15.841" v="24834" actId="12789"/>
          <ac:spMkLst>
            <pc:docMk/>
            <pc:sldMk cId="3736400055" sldId="270"/>
            <ac:spMk id="4" creationId="{7A0799D4-90DC-9546-3633-B4B7882DF958}"/>
          </ac:spMkLst>
        </pc:spChg>
        <pc:spChg chg="mod">
          <ac:chgData name="Jiang, Tracy" userId="797300cd-5ea5-4dea-ab3a-adb1e1491123" providerId="ADAL" clId="{60A49555-F42E-4A86-858D-393162508AAE}" dt="2026-08-11T09:10:15.841" v="24834" actId="12789"/>
          <ac:spMkLst>
            <pc:docMk/>
            <pc:sldMk cId="3736400055" sldId="270"/>
            <ac:spMk id="5" creationId="{29B3FF09-113B-0A58-2EC6-3C60FBBED886}"/>
          </ac:spMkLst>
        </pc:spChg>
        <pc:spChg chg="mod">
          <ac:chgData name="Jiang, Tracy" userId="797300cd-5ea5-4dea-ab3a-adb1e1491123" providerId="ADAL" clId="{60A49555-F42E-4A86-858D-393162508AAE}" dt="2026-08-11T07:47:25.591" v="23565" actId="14100"/>
          <ac:spMkLst>
            <pc:docMk/>
            <pc:sldMk cId="3736400055" sldId="270"/>
            <ac:spMk id="9" creationId="{8F9B13CE-C3BA-1C64-FF49-82EEEE7F5514}"/>
          </ac:spMkLst>
        </pc:spChg>
        <pc:spChg chg="mod">
          <ac:chgData name="Jiang, Tracy" userId="797300cd-5ea5-4dea-ab3a-adb1e1491123" providerId="ADAL" clId="{60A49555-F42E-4A86-858D-393162508AAE}" dt="2026-08-11T07:47:21.940" v="23564" actId="465"/>
          <ac:spMkLst>
            <pc:docMk/>
            <pc:sldMk cId="3736400055" sldId="270"/>
            <ac:spMk id="11" creationId="{C40E9E00-58C9-9043-FA94-48A470C00B68}"/>
          </ac:spMkLst>
        </pc:spChg>
        <pc:spChg chg="mod">
          <ac:chgData name="Jiang, Tracy" userId="797300cd-5ea5-4dea-ab3a-adb1e1491123" providerId="ADAL" clId="{60A49555-F42E-4A86-858D-393162508AAE}" dt="2026-08-11T07:47:15.786" v="23563" actId="14100"/>
          <ac:spMkLst>
            <pc:docMk/>
            <pc:sldMk cId="3736400055" sldId="270"/>
            <ac:spMk id="13" creationId="{B7AEE97B-CE24-173F-0D21-3CA6E753DAD9}"/>
          </ac:spMkLst>
        </pc:spChg>
        <pc:spChg chg="mod">
          <ac:chgData name="Jiang, Tracy" userId="797300cd-5ea5-4dea-ab3a-adb1e1491123" providerId="ADAL" clId="{60A49555-F42E-4A86-858D-393162508AAE}" dt="2026-08-11T09:10:15.841" v="24834" actId="12789"/>
          <ac:spMkLst>
            <pc:docMk/>
            <pc:sldMk cId="3736400055" sldId="270"/>
            <ac:spMk id="14" creationId="{9DF41B82-4F6D-2249-5B0B-F7D12258FC81}"/>
          </ac:spMkLst>
        </pc:spChg>
        <pc:spChg chg="add del mod">
          <ac:chgData name="Jiang, Tracy" userId="797300cd-5ea5-4dea-ab3a-adb1e1491123" providerId="ADAL" clId="{60A49555-F42E-4A86-858D-393162508AAE}" dt="2026-08-19T08:32:32.290" v="34654" actId="478"/>
          <ac:spMkLst>
            <pc:docMk/>
            <pc:sldMk cId="3736400055" sldId="270"/>
            <ac:spMk id="21" creationId="{C97A767C-BC35-ED4D-8AD6-53A314C5ACEF}"/>
          </ac:spMkLst>
        </pc:spChg>
        <pc:spChg chg="mod">
          <ac:chgData name="Jiang, Tracy" userId="797300cd-5ea5-4dea-ab3a-adb1e1491123" providerId="ADAL" clId="{60A49555-F42E-4A86-858D-393162508AAE}" dt="2026-08-11T07:36:05.934" v="22932" actId="299"/>
          <ac:spMkLst>
            <pc:docMk/>
            <pc:sldMk cId="3736400055" sldId="270"/>
            <ac:spMk id="26" creationId="{A640B716-98E1-12CA-0955-0C5D547CFE8B}"/>
          </ac:spMkLst>
        </pc:spChg>
        <pc:spChg chg="mod">
          <ac:chgData name="Jiang, Tracy" userId="797300cd-5ea5-4dea-ab3a-adb1e1491123" providerId="ADAL" clId="{60A49555-F42E-4A86-858D-393162508AAE}" dt="2026-08-12T10:42:50.711" v="25556" actId="12788"/>
          <ac:spMkLst>
            <pc:docMk/>
            <pc:sldMk cId="3736400055" sldId="270"/>
            <ac:spMk id="28" creationId="{D1E525D8-AF42-4048-D621-EA488C6E6A56}"/>
          </ac:spMkLst>
        </pc:spChg>
        <pc:spChg chg="mod">
          <ac:chgData name="Jiang, Tracy" userId="797300cd-5ea5-4dea-ab3a-adb1e1491123" providerId="ADAL" clId="{60A49555-F42E-4A86-858D-393162508AAE}" dt="2026-08-11T09:27:17.408" v="25062" actId="14100"/>
          <ac:spMkLst>
            <pc:docMk/>
            <pc:sldMk cId="3736400055" sldId="270"/>
            <ac:spMk id="32" creationId="{E261F5E2-6402-8687-E8C4-FA073DC21445}"/>
          </ac:spMkLst>
        </pc:spChg>
        <pc:grpChg chg="mod">
          <ac:chgData name="Jiang, Tracy" userId="797300cd-5ea5-4dea-ab3a-adb1e1491123" providerId="ADAL" clId="{60A49555-F42E-4A86-858D-393162508AAE}" dt="2026-08-11T07:37:14.695" v="23070" actId="1035"/>
          <ac:grpSpMkLst>
            <pc:docMk/>
            <pc:sldMk cId="3736400055" sldId="270"/>
            <ac:grpSpMk id="50" creationId="{67A6C55B-9BF1-A0BD-8A7A-BF12CE53305F}"/>
          </ac:grpSpMkLst>
        </pc:grpChg>
        <pc:grpChg chg="mod">
          <ac:chgData name="Jiang, Tracy" userId="797300cd-5ea5-4dea-ab3a-adb1e1491123" providerId="ADAL" clId="{60A49555-F42E-4A86-858D-393162508AAE}" dt="2026-08-11T07:46:36.975" v="23542" actId="1037"/>
          <ac:grpSpMkLst>
            <pc:docMk/>
            <pc:sldMk cId="3736400055" sldId="270"/>
            <ac:grpSpMk id="51" creationId="{2369C9A7-504F-A4FC-ACB2-B5667464A723}"/>
          </ac:grpSpMkLst>
        </pc:grpChg>
        <pc:grpChg chg="mod">
          <ac:chgData name="Jiang, Tracy" userId="797300cd-5ea5-4dea-ab3a-adb1e1491123" providerId="ADAL" clId="{60A49555-F42E-4A86-858D-393162508AAE}" dt="2026-08-11T07:37:22.609" v="23094" actId="1035"/>
          <ac:grpSpMkLst>
            <pc:docMk/>
            <pc:sldMk cId="3736400055" sldId="270"/>
            <ac:grpSpMk id="72" creationId="{101000E5-BC49-FD36-B78A-70C5E41B0E5E}"/>
          </ac:grpSpMkLst>
        </pc:grpChg>
        <pc:graphicFrameChg chg="mod">
          <ac:chgData name="Jiang, Tracy" userId="797300cd-5ea5-4dea-ab3a-adb1e1491123" providerId="ADAL" clId="{60A49555-F42E-4A86-858D-393162508AAE}" dt="2026-08-11T07:36:05.950" v="22934"/>
          <ac:graphicFrameMkLst>
            <pc:docMk/>
            <pc:sldMk cId="3736400055" sldId="270"/>
            <ac:graphicFrameMk id="2" creationId="{F199F515-A2E1-B28C-F32E-484C5BC8CAA3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1T09:27:12.976" v="25060"/>
          <ac:graphicFrameMkLst>
            <pc:docMk/>
            <pc:sldMk cId="3736400055" sldId="270"/>
            <ac:graphicFrameMk id="3" creationId="{F2892326-3CD1-9265-FF38-CBBE7608A820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3T06:38:30.867" v="30944" actId="20577"/>
          <ac:graphicFrameMkLst>
            <pc:docMk/>
            <pc:sldMk cId="3736400055" sldId="270"/>
            <ac:graphicFrameMk id="7" creationId="{0C2572CF-A981-B75D-10E9-A99E3CC75D81}"/>
          </ac:graphicFrameMkLst>
        </pc:graphicFrameChg>
        <pc:picChg chg="mod">
          <ac:chgData name="Jiang, Tracy" userId="797300cd-5ea5-4dea-ab3a-adb1e1491123" providerId="ADAL" clId="{60A49555-F42E-4A86-858D-393162508AAE}" dt="2026-08-11T08:02:46.316" v="24190" actId="1076"/>
          <ac:picMkLst>
            <pc:docMk/>
            <pc:sldMk cId="3736400055" sldId="270"/>
            <ac:picMk id="40" creationId="{0CE69831-C490-FDB3-490E-E9EA90DD4DC0}"/>
          </ac:picMkLst>
        </pc:picChg>
        <pc:picChg chg="mod">
          <ac:chgData name="Jiang, Tracy" userId="797300cd-5ea5-4dea-ab3a-adb1e1491123" providerId="ADAL" clId="{60A49555-F42E-4A86-858D-393162508AAE}" dt="2026-08-11T08:02:50.497" v="24192" actId="1076"/>
          <ac:picMkLst>
            <pc:docMk/>
            <pc:sldMk cId="3736400055" sldId="270"/>
            <ac:picMk id="43" creationId="{7C2572CF-5AE8-38D0-2755-6670B5D741B1}"/>
          </ac:picMkLst>
        </pc:picChg>
        <pc:picChg chg="mod">
          <ac:chgData name="Jiang, Tracy" userId="797300cd-5ea5-4dea-ab3a-adb1e1491123" providerId="ADAL" clId="{60A49555-F42E-4A86-858D-393162508AAE}" dt="2026-08-11T08:02:48.064" v="24191" actId="1076"/>
          <ac:picMkLst>
            <pc:docMk/>
            <pc:sldMk cId="3736400055" sldId="270"/>
            <ac:picMk id="44" creationId="{1C14D1F2-C25A-724B-ED1C-FF5A1E4B502E}"/>
          </ac:picMkLst>
        </pc:picChg>
      </pc:sldChg>
      <pc:sldChg chg="addSp delSp modSp mod modShow">
        <pc:chgData name="Jiang, Tracy" userId="797300cd-5ea5-4dea-ab3a-adb1e1491123" providerId="ADAL" clId="{60A49555-F42E-4A86-858D-393162508AAE}" dt="2026-08-19T08:32:36.032" v="34655" actId="478"/>
        <pc:sldMkLst>
          <pc:docMk/>
          <pc:sldMk cId="1064416309" sldId="271"/>
        </pc:sldMkLst>
        <pc:spChg chg="mod">
          <ac:chgData name="Jiang, Tracy" userId="797300cd-5ea5-4dea-ab3a-adb1e1491123" providerId="ADAL" clId="{60A49555-F42E-4A86-858D-393162508AAE}" dt="2026-08-12T10:40:10.449" v="25476"/>
          <ac:spMkLst>
            <pc:docMk/>
            <pc:sldMk cId="1064416309" sldId="271"/>
            <ac:spMk id="5" creationId="{6216DEB5-D274-1F19-6DE6-20E6EDD3AC7C}"/>
          </ac:spMkLst>
        </pc:spChg>
        <pc:spChg chg="mod">
          <ac:chgData name="Jiang, Tracy" userId="797300cd-5ea5-4dea-ab3a-adb1e1491123" providerId="ADAL" clId="{60A49555-F42E-4A86-858D-393162508AAE}" dt="2026-08-12T10:40:15.909" v="25478" actId="207"/>
          <ac:spMkLst>
            <pc:docMk/>
            <pc:sldMk cId="1064416309" sldId="271"/>
            <ac:spMk id="6" creationId="{3EB21F0E-450F-9EA4-4881-2088F49851D3}"/>
          </ac:spMkLst>
        </pc:spChg>
        <pc:spChg chg="add del mod">
          <ac:chgData name="Jiang, Tracy" userId="797300cd-5ea5-4dea-ab3a-adb1e1491123" providerId="ADAL" clId="{60A49555-F42E-4A86-858D-393162508AAE}" dt="2026-08-19T08:32:36.032" v="34655" actId="478"/>
          <ac:spMkLst>
            <pc:docMk/>
            <pc:sldMk cId="1064416309" sldId="271"/>
            <ac:spMk id="7" creationId="{FFE9D9CE-5845-840E-49C5-2731977E8DAC}"/>
          </ac:spMkLst>
        </pc:spChg>
        <pc:spChg chg="mod">
          <ac:chgData name="Jiang, Tracy" userId="797300cd-5ea5-4dea-ab3a-adb1e1491123" providerId="ADAL" clId="{60A49555-F42E-4A86-858D-393162508AAE}" dt="2026-08-12T10:41:48.265" v="25535" actId="555"/>
          <ac:spMkLst>
            <pc:docMk/>
            <pc:sldMk cId="1064416309" sldId="271"/>
            <ac:spMk id="98" creationId="{457914B8-7FCB-649B-CA90-C1211DD6155B}"/>
          </ac:spMkLst>
        </pc:spChg>
        <pc:spChg chg="mod">
          <ac:chgData name="Jiang, Tracy" userId="797300cd-5ea5-4dea-ab3a-adb1e1491123" providerId="ADAL" clId="{60A49555-F42E-4A86-858D-393162508AAE}" dt="2026-08-12T10:41:48.265" v="25535" actId="555"/>
          <ac:spMkLst>
            <pc:docMk/>
            <pc:sldMk cId="1064416309" sldId="271"/>
            <ac:spMk id="143" creationId="{138A8637-2A0F-8C84-4F8A-51A2D02A8F0F}"/>
          </ac:spMkLst>
        </pc:spChg>
        <pc:spChg chg="mod">
          <ac:chgData name="Jiang, Tracy" userId="797300cd-5ea5-4dea-ab3a-adb1e1491123" providerId="ADAL" clId="{60A49555-F42E-4A86-858D-393162508AAE}" dt="2026-08-12T10:41:43.129" v="25534" actId="1037"/>
          <ac:spMkLst>
            <pc:docMk/>
            <pc:sldMk cId="1064416309" sldId="271"/>
            <ac:spMk id="266" creationId="{D4388237-973D-1EBB-1964-1C699BD7C99B}"/>
          </ac:spMkLst>
        </pc:spChg>
        <pc:spChg chg="mod">
          <ac:chgData name="Jiang, Tracy" userId="797300cd-5ea5-4dea-ab3a-adb1e1491123" providerId="ADAL" clId="{60A49555-F42E-4A86-858D-393162508AAE}" dt="2026-08-12T10:41:13.646" v="25517" actId="12788"/>
          <ac:spMkLst>
            <pc:docMk/>
            <pc:sldMk cId="1064416309" sldId="271"/>
            <ac:spMk id="268" creationId="{7009FE7B-BFCA-CF3B-637D-EAC09B3CE774}"/>
          </ac:spMkLst>
        </pc:spChg>
        <pc:spChg chg="mod">
          <ac:chgData name="Jiang, Tracy" userId="797300cd-5ea5-4dea-ab3a-adb1e1491123" providerId="ADAL" clId="{60A49555-F42E-4A86-858D-393162508AAE}" dt="2026-08-12T10:41:13.646" v="25517" actId="12788"/>
          <ac:spMkLst>
            <pc:docMk/>
            <pc:sldMk cId="1064416309" sldId="271"/>
            <ac:spMk id="270" creationId="{EACCE3DA-78A8-19FF-F18F-A04F897FAC48}"/>
          </ac:spMkLst>
        </pc:spChg>
        <pc:spChg chg="mod">
          <ac:chgData name="Jiang, Tracy" userId="797300cd-5ea5-4dea-ab3a-adb1e1491123" providerId="ADAL" clId="{60A49555-F42E-4A86-858D-393162508AAE}" dt="2026-08-12T10:41:13.646" v="25517" actId="12788"/>
          <ac:spMkLst>
            <pc:docMk/>
            <pc:sldMk cId="1064416309" sldId="271"/>
            <ac:spMk id="271" creationId="{DCCDE247-0520-2AB1-246D-50F671F7752C}"/>
          </ac:spMkLst>
        </pc:spChg>
        <pc:spChg chg="mod">
          <ac:chgData name="Jiang, Tracy" userId="797300cd-5ea5-4dea-ab3a-adb1e1491123" providerId="ADAL" clId="{60A49555-F42E-4A86-858D-393162508AAE}" dt="2026-08-12T10:41:43.129" v="25534" actId="1037"/>
          <ac:spMkLst>
            <pc:docMk/>
            <pc:sldMk cId="1064416309" sldId="271"/>
            <ac:spMk id="272" creationId="{2A6B133B-6286-AF4A-F3F8-92727ABE7546}"/>
          </ac:spMkLst>
        </pc:spChg>
        <pc:spChg chg="mod">
          <ac:chgData name="Jiang, Tracy" userId="797300cd-5ea5-4dea-ab3a-adb1e1491123" providerId="ADAL" clId="{60A49555-F42E-4A86-858D-393162508AAE}" dt="2026-08-12T10:41:43.129" v="25534" actId="1037"/>
          <ac:spMkLst>
            <pc:docMk/>
            <pc:sldMk cId="1064416309" sldId="271"/>
            <ac:spMk id="273" creationId="{43E5EA57-2DC3-EDEC-46FB-1BBB86B3205C}"/>
          </ac:spMkLst>
        </pc:spChg>
        <pc:spChg chg="mod">
          <ac:chgData name="Jiang, Tracy" userId="797300cd-5ea5-4dea-ab3a-adb1e1491123" providerId="ADAL" clId="{60A49555-F42E-4A86-858D-393162508AAE}" dt="2026-08-12T10:41:30.134" v="25519" actId="12789"/>
          <ac:spMkLst>
            <pc:docMk/>
            <pc:sldMk cId="1064416309" sldId="271"/>
            <ac:spMk id="295" creationId="{4961F6BC-78DB-3913-3FDA-BA3C9BDC9434}"/>
          </ac:spMkLst>
        </pc:spChg>
        <pc:spChg chg="mod">
          <ac:chgData name="Jiang, Tracy" userId="797300cd-5ea5-4dea-ab3a-adb1e1491123" providerId="ADAL" clId="{60A49555-F42E-4A86-858D-393162508AAE}" dt="2026-08-12T10:41:30.134" v="25519" actId="12789"/>
          <ac:spMkLst>
            <pc:docMk/>
            <pc:sldMk cId="1064416309" sldId="271"/>
            <ac:spMk id="296" creationId="{522277BC-F2E8-6D18-DA83-488B39B612BB}"/>
          </ac:spMkLst>
        </pc:spChg>
        <pc:grpChg chg="add mod">
          <ac:chgData name="Jiang, Tracy" userId="797300cd-5ea5-4dea-ab3a-adb1e1491123" providerId="ADAL" clId="{60A49555-F42E-4A86-858D-393162508AAE}" dt="2026-08-12T10:41:56.557" v="25539" actId="14100"/>
          <ac:grpSpMkLst>
            <pc:docMk/>
            <pc:sldMk cId="1064416309" sldId="271"/>
            <ac:grpSpMk id="2" creationId="{A1E51ED9-AC36-5D99-2D76-4E4D47B65BBE}"/>
          </ac:grpSpMkLst>
        </pc:grpChg>
        <pc:picChg chg="mod">
          <ac:chgData name="Jiang, Tracy" userId="797300cd-5ea5-4dea-ab3a-adb1e1491123" providerId="ADAL" clId="{60A49555-F42E-4A86-858D-393162508AAE}" dt="2026-08-12T10:41:13.646" v="25517" actId="12788"/>
          <ac:picMkLst>
            <pc:docMk/>
            <pc:sldMk cId="1064416309" sldId="271"/>
            <ac:picMk id="300" creationId="{501D99C2-3748-EDCC-A177-0441FA4CD45B}"/>
          </ac:picMkLst>
        </pc:picChg>
        <pc:picChg chg="mod">
          <ac:chgData name="Jiang, Tracy" userId="797300cd-5ea5-4dea-ab3a-adb1e1491123" providerId="ADAL" clId="{60A49555-F42E-4A86-858D-393162508AAE}" dt="2026-08-12T10:41:30.134" v="25519" actId="12789"/>
          <ac:picMkLst>
            <pc:docMk/>
            <pc:sldMk cId="1064416309" sldId="271"/>
            <ac:picMk id="302" creationId="{34745DF3-6372-68C3-6EBB-E4082376DE97}"/>
          </ac:picMkLst>
        </pc:picChg>
        <pc:picChg chg="mod">
          <ac:chgData name="Jiang, Tracy" userId="797300cd-5ea5-4dea-ab3a-adb1e1491123" providerId="ADAL" clId="{60A49555-F42E-4A86-858D-393162508AAE}" dt="2026-08-12T10:41:13.646" v="25517" actId="12788"/>
          <ac:picMkLst>
            <pc:docMk/>
            <pc:sldMk cId="1064416309" sldId="271"/>
            <ac:picMk id="304" creationId="{69CA3A66-B64F-5FD8-42A4-149D4678679F}"/>
          </ac:picMkLst>
        </pc:picChg>
        <pc:picChg chg="mod">
          <ac:chgData name="Jiang, Tracy" userId="797300cd-5ea5-4dea-ab3a-adb1e1491123" providerId="ADAL" clId="{60A49555-F42E-4A86-858D-393162508AAE}" dt="2026-08-12T10:41:13.646" v="25517" actId="12788"/>
          <ac:picMkLst>
            <pc:docMk/>
            <pc:sldMk cId="1064416309" sldId="271"/>
            <ac:picMk id="306" creationId="{DA8EABEC-2490-670D-1FDB-90C45C68EB0D}"/>
          </ac:picMkLst>
        </pc:picChg>
        <pc:cxnChg chg="mod">
          <ac:chgData name="Jiang, Tracy" userId="797300cd-5ea5-4dea-ab3a-adb1e1491123" providerId="ADAL" clId="{60A49555-F42E-4A86-858D-393162508AAE}" dt="2026-08-12T10:41:52.395" v="25537" actId="1038"/>
          <ac:cxnSpMkLst>
            <pc:docMk/>
            <pc:sldMk cId="1064416309" sldId="271"/>
            <ac:cxnSpMk id="219" creationId="{B8D3877F-C2FD-2BFA-6F59-761F8B011438}"/>
          </ac:cxnSpMkLst>
        </pc:cxnChg>
        <pc:cxnChg chg="mod">
          <ac:chgData name="Jiang, Tracy" userId="797300cd-5ea5-4dea-ab3a-adb1e1491123" providerId="ADAL" clId="{60A49555-F42E-4A86-858D-393162508AAE}" dt="2026-08-12T10:40:33.537" v="25497" actId="1036"/>
          <ac:cxnSpMkLst>
            <pc:docMk/>
            <pc:sldMk cId="1064416309" sldId="271"/>
            <ac:cxnSpMk id="274" creationId="{82054CBC-D1EA-533F-5BA9-DF7CD0EEDC77}"/>
          </ac:cxnSpMkLst>
        </pc:cxnChg>
        <pc:cxnChg chg="mod">
          <ac:chgData name="Jiang, Tracy" userId="797300cd-5ea5-4dea-ab3a-adb1e1491123" providerId="ADAL" clId="{60A49555-F42E-4A86-858D-393162508AAE}" dt="2026-08-13T04:48:50.443" v="28723" actId="1036"/>
          <ac:cxnSpMkLst>
            <pc:docMk/>
            <pc:sldMk cId="1064416309" sldId="271"/>
            <ac:cxnSpMk id="277" creationId="{A4B759E8-FD94-953F-53C1-149486FF50D7}"/>
          </ac:cxnSpMkLst>
        </pc:cxnChg>
      </pc:sldChg>
      <pc:sldChg chg="modSp mod modShow">
        <pc:chgData name="Jiang, Tracy" userId="797300cd-5ea5-4dea-ab3a-adb1e1491123" providerId="ADAL" clId="{60A49555-F42E-4A86-858D-393162508AAE}" dt="2026-08-13T08:57:17.182" v="34357" actId="20577"/>
        <pc:sldMkLst>
          <pc:docMk/>
          <pc:sldMk cId="3358411322" sldId="276"/>
        </pc:sldMkLst>
        <pc:spChg chg="mod">
          <ac:chgData name="Jiang, Tracy" userId="797300cd-5ea5-4dea-ab3a-adb1e1491123" providerId="ADAL" clId="{60A49555-F42E-4A86-858D-393162508AAE}" dt="2026-08-13T08:44:42.558" v="34233" actId="554"/>
          <ac:spMkLst>
            <pc:docMk/>
            <pc:sldMk cId="3358411322" sldId="276"/>
            <ac:spMk id="6" creationId="{160F8395-A7C0-0609-6654-8BAF3115695C}"/>
          </ac:spMkLst>
        </pc:spChg>
        <pc:spChg chg="mod">
          <ac:chgData name="Jiang, Tracy" userId="797300cd-5ea5-4dea-ab3a-adb1e1491123" providerId="ADAL" clId="{60A49555-F42E-4A86-858D-393162508AAE}" dt="2026-08-13T08:53:45.510" v="34302" actId="1035"/>
          <ac:spMkLst>
            <pc:docMk/>
            <pc:sldMk cId="3358411322" sldId="276"/>
            <ac:spMk id="21" creationId="{701D9080-16FE-153C-78B9-281993FCA6E8}"/>
          </ac:spMkLst>
        </pc:spChg>
        <pc:spChg chg="mod">
          <ac:chgData name="Jiang, Tracy" userId="797300cd-5ea5-4dea-ab3a-adb1e1491123" providerId="ADAL" clId="{60A49555-F42E-4A86-858D-393162508AAE}" dt="2026-08-13T08:45:33.282" v="34234" actId="20577"/>
          <ac:spMkLst>
            <pc:docMk/>
            <pc:sldMk cId="3358411322" sldId="276"/>
            <ac:spMk id="276" creationId="{BF38A34F-C24F-D64D-B193-47B20155C79A}"/>
          </ac:spMkLst>
        </pc:spChg>
        <pc:spChg chg="mod">
          <ac:chgData name="Jiang, Tracy" userId="797300cd-5ea5-4dea-ab3a-adb1e1491123" providerId="ADAL" clId="{60A49555-F42E-4A86-858D-393162508AAE}" dt="2026-08-13T08:53:05.431" v="34291" actId="1035"/>
          <ac:spMkLst>
            <pc:docMk/>
            <pc:sldMk cId="3358411322" sldId="276"/>
            <ac:spMk id="278" creationId="{434270CD-4D6E-F709-849E-7C2C169E6098}"/>
          </ac:spMkLst>
        </pc:spChg>
        <pc:spChg chg="mod">
          <ac:chgData name="Jiang, Tracy" userId="797300cd-5ea5-4dea-ab3a-adb1e1491123" providerId="ADAL" clId="{60A49555-F42E-4A86-858D-393162508AAE}" dt="2026-08-13T08:53:40.250" v="34296" actId="1036"/>
          <ac:spMkLst>
            <pc:docMk/>
            <pc:sldMk cId="3358411322" sldId="276"/>
            <ac:spMk id="285" creationId="{C3059B33-E761-8372-47AD-6538D9EAA9B2}"/>
          </ac:spMkLst>
        </pc:spChg>
        <pc:spChg chg="mod">
          <ac:chgData name="Jiang, Tracy" userId="797300cd-5ea5-4dea-ab3a-adb1e1491123" providerId="ADAL" clId="{60A49555-F42E-4A86-858D-393162508AAE}" dt="2026-08-13T08:53:35.260" v="34292" actId="12788"/>
          <ac:spMkLst>
            <pc:docMk/>
            <pc:sldMk cId="3358411322" sldId="276"/>
            <ac:spMk id="286" creationId="{F14D6348-448D-E1FF-17DC-5934AA2C7E51}"/>
          </ac:spMkLst>
        </pc:spChg>
        <pc:spChg chg="mod">
          <ac:chgData name="Jiang, Tracy" userId="797300cd-5ea5-4dea-ab3a-adb1e1491123" providerId="ADAL" clId="{60A49555-F42E-4A86-858D-393162508AAE}" dt="2026-08-13T08:53:42.073" v="34298" actId="1036"/>
          <ac:spMkLst>
            <pc:docMk/>
            <pc:sldMk cId="3358411322" sldId="276"/>
            <ac:spMk id="288" creationId="{E719350D-CD67-83DF-ABA3-664607F1EB6C}"/>
          </ac:spMkLst>
        </pc:spChg>
        <pc:spChg chg="mod">
          <ac:chgData name="Jiang, Tracy" userId="797300cd-5ea5-4dea-ab3a-adb1e1491123" providerId="ADAL" clId="{60A49555-F42E-4A86-858D-393162508AAE}" dt="2026-08-13T08:53:43.914" v="34301" actId="1035"/>
          <ac:spMkLst>
            <pc:docMk/>
            <pc:sldMk cId="3358411322" sldId="276"/>
            <ac:spMk id="289" creationId="{A86CB8AF-D851-B52A-32F2-3557BC0F918B}"/>
          </ac:spMkLst>
        </pc:spChg>
        <pc:spChg chg="mod">
          <ac:chgData name="Jiang, Tracy" userId="797300cd-5ea5-4dea-ab3a-adb1e1491123" providerId="ADAL" clId="{60A49555-F42E-4A86-858D-393162508AAE}" dt="2026-08-13T08:53:35.260" v="34292" actId="12788"/>
          <ac:spMkLst>
            <pc:docMk/>
            <pc:sldMk cId="3358411322" sldId="276"/>
            <ac:spMk id="290" creationId="{22FBFF52-D588-B4D4-95DC-21A3AA5402C0}"/>
          </ac:spMkLst>
        </pc:spChg>
        <pc:graphicFrameChg chg="mod modGraphic">
          <ac:chgData name="Jiang, Tracy" userId="797300cd-5ea5-4dea-ab3a-adb1e1491123" providerId="ADAL" clId="{60A49555-F42E-4A86-858D-393162508AAE}" dt="2026-08-13T08:16:06.329" v="34004" actId="20577"/>
          <ac:graphicFrameMkLst>
            <pc:docMk/>
            <pc:sldMk cId="3358411322" sldId="276"/>
            <ac:graphicFrameMk id="7" creationId="{F255C6C4-31B6-1C0D-F235-F452E8273C12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3T08:57:17.182" v="34357" actId="20577"/>
          <ac:graphicFrameMkLst>
            <pc:docMk/>
            <pc:sldMk cId="3358411322" sldId="276"/>
            <ac:graphicFrameMk id="292" creationId="{303AC30C-F934-1333-1D92-B27BD285D4CF}"/>
          </ac:graphicFrameMkLst>
        </pc:graphicFrameChg>
        <pc:cxnChg chg="mod">
          <ac:chgData name="Jiang, Tracy" userId="797300cd-5ea5-4dea-ab3a-adb1e1491123" providerId="ADAL" clId="{60A49555-F42E-4A86-858D-393162508AAE}" dt="2026-08-13T08:42:34.197" v="34172" actId="1035"/>
          <ac:cxnSpMkLst>
            <pc:docMk/>
            <pc:sldMk cId="3358411322" sldId="276"/>
            <ac:cxnSpMk id="260" creationId="{DF826433-BB38-FC69-DE0C-AE75A3F51AAC}"/>
          </ac:cxnSpMkLst>
        </pc:cxnChg>
        <pc:cxnChg chg="mod">
          <ac:chgData name="Jiang, Tracy" userId="797300cd-5ea5-4dea-ab3a-adb1e1491123" providerId="ADAL" clId="{60A49555-F42E-4A86-858D-393162508AAE}" dt="2026-08-13T08:42:37.158" v="34174" actId="1036"/>
          <ac:cxnSpMkLst>
            <pc:docMk/>
            <pc:sldMk cId="3358411322" sldId="276"/>
            <ac:cxnSpMk id="261" creationId="{32FA5E5C-FA6C-E511-DFE7-CCE82BC602A2}"/>
          </ac:cxnSpMkLst>
        </pc:cxnChg>
      </pc:sldChg>
      <pc:sldChg chg="addSp delSp modSp mod modShow modCm">
        <pc:chgData name="Jiang, Tracy" userId="797300cd-5ea5-4dea-ab3a-adb1e1491123" providerId="ADAL" clId="{60A49555-F42E-4A86-858D-393162508AAE}" dt="2026-08-19T08:32:08.815" v="34648" actId="478"/>
        <pc:sldMkLst>
          <pc:docMk/>
          <pc:sldMk cId="2086540380" sldId="278"/>
        </pc:sldMkLst>
        <pc:spChg chg="add mod">
          <ac:chgData name="Jiang, Tracy" userId="797300cd-5ea5-4dea-ab3a-adb1e1491123" providerId="ADAL" clId="{60A49555-F42E-4A86-858D-393162508AAE}" dt="2026-08-13T04:16:28.086" v="28278" actId="1036"/>
          <ac:spMkLst>
            <pc:docMk/>
            <pc:sldMk cId="2086540380" sldId="278"/>
            <ac:spMk id="3" creationId="{30CFB15F-C0BF-0AC1-9530-B3F8EAB24D8E}"/>
          </ac:spMkLst>
        </pc:spChg>
        <pc:spChg chg="add mod">
          <ac:chgData name="Jiang, Tracy" userId="797300cd-5ea5-4dea-ab3a-adb1e1491123" providerId="ADAL" clId="{60A49555-F42E-4A86-858D-393162508AAE}" dt="2026-08-13T04:16:16.317" v="28277" actId="1036"/>
          <ac:spMkLst>
            <pc:docMk/>
            <pc:sldMk cId="2086540380" sldId="278"/>
            <ac:spMk id="4" creationId="{72293AFB-4DC2-E7DC-A1F2-EF6E5F5EC957}"/>
          </ac:spMkLst>
        </pc:spChg>
        <pc:spChg chg="add mod">
          <ac:chgData name="Jiang, Tracy" userId="797300cd-5ea5-4dea-ab3a-adb1e1491123" providerId="ADAL" clId="{60A49555-F42E-4A86-858D-393162508AAE}" dt="2026-08-13T04:16:16.317" v="28277" actId="1036"/>
          <ac:spMkLst>
            <pc:docMk/>
            <pc:sldMk cId="2086540380" sldId="278"/>
            <ac:spMk id="7" creationId="{354CE23A-B984-976B-E1B9-4FECC8A72A42}"/>
          </ac:spMkLst>
        </pc:spChg>
        <pc:spChg chg="add mod">
          <ac:chgData name="Jiang, Tracy" userId="797300cd-5ea5-4dea-ab3a-adb1e1491123" providerId="ADAL" clId="{60A49555-F42E-4A86-858D-393162508AAE}" dt="2026-08-13T04:16:16.317" v="28277" actId="1036"/>
          <ac:spMkLst>
            <pc:docMk/>
            <pc:sldMk cId="2086540380" sldId="278"/>
            <ac:spMk id="10" creationId="{F7326921-1881-DF8F-F99B-A5F660874EDB}"/>
          </ac:spMkLst>
        </pc:spChg>
        <pc:spChg chg="add mod">
          <ac:chgData name="Jiang, Tracy" userId="797300cd-5ea5-4dea-ab3a-adb1e1491123" providerId="ADAL" clId="{60A49555-F42E-4A86-858D-393162508AAE}" dt="2026-08-13T04:16:16.317" v="28277" actId="1036"/>
          <ac:spMkLst>
            <pc:docMk/>
            <pc:sldMk cId="2086540380" sldId="278"/>
            <ac:spMk id="11" creationId="{099DCA99-AE01-DB81-CB9C-356AC8BC2784}"/>
          </ac:spMkLst>
        </pc:spChg>
        <pc:spChg chg="add del mod">
          <ac:chgData name="Jiang, Tracy" userId="797300cd-5ea5-4dea-ab3a-adb1e1491123" providerId="ADAL" clId="{60A49555-F42E-4A86-858D-393162508AAE}" dt="2026-08-19T08:32:08.815" v="34648" actId="478"/>
          <ac:spMkLst>
            <pc:docMk/>
            <pc:sldMk cId="2086540380" sldId="278"/>
            <ac:spMk id="12" creationId="{21CDABB7-1C48-7A8D-829C-9ED24E6956DB}"/>
          </ac:spMkLst>
        </pc:spChg>
        <pc:spChg chg="mod">
          <ac:chgData name="Jiang, Tracy" userId="797300cd-5ea5-4dea-ab3a-adb1e1491123" providerId="ADAL" clId="{60A49555-F42E-4A86-858D-393162508AAE}" dt="2026-08-13T04:16:44.737" v="28282" actId="1035"/>
          <ac:spMkLst>
            <pc:docMk/>
            <pc:sldMk cId="2086540380" sldId="278"/>
            <ac:spMk id="54" creationId="{05C6EC6A-436C-04DA-ED61-147F7B5277C4}"/>
          </ac:spMkLst>
        </pc:spChg>
        <pc:graphicFrameChg chg="mod modGraphic">
          <ac:chgData name="Jiang, Tracy" userId="797300cd-5ea5-4dea-ab3a-adb1e1491123" providerId="ADAL" clId="{60A49555-F42E-4A86-858D-393162508AAE}" dt="2026-08-13T04:18:35.136" v="28338"/>
          <ac:graphicFrameMkLst>
            <pc:docMk/>
            <pc:sldMk cId="2086540380" sldId="278"/>
            <ac:graphicFrameMk id="8" creationId="{2BC88ED3-0CF7-5D14-C5E2-081DD7B04CF0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3T04:18:18.015" v="28336"/>
          <ac:graphicFrameMkLst>
            <pc:docMk/>
            <pc:sldMk cId="2086540380" sldId="278"/>
            <ac:graphicFrameMk id="34" creationId="{AC9A662F-2E4A-5AE7-CC20-1306CC927317}"/>
          </ac:graphicFrameMkLst>
        </pc:graphicFrameChg>
        <pc:graphicFrameChg chg="mod modGraphic">
          <ac:chgData name="Jiang, Tracy" userId="797300cd-5ea5-4dea-ab3a-adb1e1491123" providerId="ADAL" clId="{60A49555-F42E-4A86-858D-393162508AAE}" dt="2026-08-13T06:29:37.686" v="30632" actId="13926"/>
          <ac:graphicFrameMkLst>
            <pc:docMk/>
            <pc:sldMk cId="2086540380" sldId="278"/>
            <ac:graphicFrameMk id="53" creationId="{5D9564FB-781C-848A-7370-59663BD41E3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3T02:58:24.453" v="25973" actId="6549"/>
              <pc2:cmMkLst xmlns:pc2="http://schemas.microsoft.com/office/powerpoint/2019/9/main/command">
                <pc:docMk/>
                <pc:sldMk cId="2086540380" sldId="278"/>
                <pc2:cmMk id="{81407526-6B05-4E11-80E7-63115792AFBE}"/>
              </pc2:cmMkLst>
            </pc226:cmChg>
            <pc226:cmChg xmlns:pc226="http://schemas.microsoft.com/office/powerpoint/2022/06/main/command" chg="mod">
              <pc226:chgData name="Jiang, Tracy" userId="797300cd-5ea5-4dea-ab3a-adb1e1491123" providerId="ADAL" clId="{60A49555-F42E-4A86-858D-393162508AAE}" dt="2026-08-12T10:06:03.226" v="25230" actId="20577"/>
              <pc2:cmMkLst xmlns:pc2="http://schemas.microsoft.com/office/powerpoint/2019/9/main/command">
                <pc:docMk/>
                <pc:sldMk cId="2086540380" sldId="278"/>
                <pc2:cmMk id="{F866F0C0-0F4D-49CD-A80D-E57388B14818}"/>
              </pc2:cmMkLst>
            </pc226:cmChg>
          </p:ext>
        </pc:ext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1799250767" sldId="280"/>
        </pc:sldMkLst>
      </pc:sldChg>
      <pc:sldChg chg="addSp delSp modSp mod modShow">
        <pc:chgData name="Jiang, Tracy" userId="797300cd-5ea5-4dea-ab3a-adb1e1491123" providerId="ADAL" clId="{60A49555-F42E-4A86-858D-393162508AAE}" dt="2026-08-13T09:12:41.770" v="34564" actId="14100"/>
        <pc:sldMkLst>
          <pc:docMk/>
          <pc:sldMk cId="1980095760" sldId="281"/>
        </pc:sldMkLst>
        <pc:spChg chg="add mod">
          <ac:chgData name="Jiang, Tracy" userId="797300cd-5ea5-4dea-ab3a-adb1e1491123" providerId="ADAL" clId="{60A49555-F42E-4A86-858D-393162508AAE}" dt="2026-08-13T09:12:03.293" v="34559"/>
          <ac:spMkLst>
            <pc:docMk/>
            <pc:sldMk cId="1980095760" sldId="281"/>
            <ac:spMk id="9" creationId="{7EC7A780-9F28-A5D2-834A-DA473F38F9D4}"/>
          </ac:spMkLst>
        </pc:spChg>
        <pc:spChg chg="mod">
          <ac:chgData name="Jiang, Tracy" userId="797300cd-5ea5-4dea-ab3a-adb1e1491123" providerId="ADAL" clId="{60A49555-F42E-4A86-858D-393162508AAE}" dt="2026-08-13T09:09:14.453" v="34533" actId="1037"/>
          <ac:spMkLst>
            <pc:docMk/>
            <pc:sldMk cId="1980095760" sldId="281"/>
            <ac:spMk id="20" creationId="{B511EF35-79EE-09AD-DD3F-3CC5B768D8C5}"/>
          </ac:spMkLst>
        </pc:spChg>
        <pc:spChg chg="mod">
          <ac:chgData name="Jiang, Tracy" userId="797300cd-5ea5-4dea-ab3a-adb1e1491123" providerId="ADAL" clId="{60A49555-F42E-4A86-858D-393162508AAE}" dt="2026-08-13T09:12:41.770" v="34564" actId="14100"/>
          <ac:spMkLst>
            <pc:docMk/>
            <pc:sldMk cId="1980095760" sldId="281"/>
            <ac:spMk id="53" creationId="{E5FD8F23-CBD6-148C-673F-0798FCAF3A3F}"/>
          </ac:spMkLst>
        </pc:spChg>
        <pc:graphicFrameChg chg="mod modGraphic">
          <ac:chgData name="Jiang, Tracy" userId="797300cd-5ea5-4dea-ab3a-adb1e1491123" providerId="ADAL" clId="{60A49555-F42E-4A86-858D-393162508AAE}" dt="2026-08-13T09:09:07.486" v="34529" actId="14100"/>
          <ac:graphicFrameMkLst>
            <pc:docMk/>
            <pc:sldMk cId="1980095760" sldId="281"/>
            <ac:graphicFrameMk id="16" creationId="{DD7A26E4-0A13-5275-32F5-B1E54B3D5C1E}"/>
          </ac:graphicFrameMkLst>
        </pc:graphicFrameChg>
        <pc:picChg chg="mod">
          <ac:chgData name="Jiang, Tracy" userId="797300cd-5ea5-4dea-ab3a-adb1e1491123" providerId="ADAL" clId="{60A49555-F42E-4A86-858D-393162508AAE}" dt="2026-08-13T09:09:37.190" v="34537" actId="14861"/>
          <ac:picMkLst>
            <pc:docMk/>
            <pc:sldMk cId="1980095760" sldId="281"/>
            <ac:picMk id="21" creationId="{A52981FF-6838-D84F-795B-F6F61B7B6204}"/>
          </ac:picMkLst>
        </pc:picChg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4072471045" sldId="282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3000869298" sldId="283"/>
        </pc:sldMkLst>
      </pc:sldChg>
      <pc:sldChg chg="addSp delSp modSp add mod modShow">
        <pc:chgData name="Jiang, Tracy" userId="797300cd-5ea5-4dea-ab3a-adb1e1491123" providerId="ADAL" clId="{60A49555-F42E-4A86-858D-393162508AAE}" dt="2026-08-19T08:32:06.448" v="34647" actId="478"/>
        <pc:sldMkLst>
          <pc:docMk/>
          <pc:sldMk cId="1644393586" sldId="284"/>
        </pc:sldMkLst>
        <pc:spChg chg="mod">
          <ac:chgData name="Jiang, Tracy" userId="797300cd-5ea5-4dea-ab3a-adb1e1491123" providerId="ADAL" clId="{60A49555-F42E-4A86-858D-393162508AAE}" dt="2026-08-10T08:39:41.350" v="17762" actId="299"/>
          <ac:spMkLst>
            <pc:docMk/>
            <pc:sldMk cId="1644393586" sldId="284"/>
            <ac:spMk id="3" creationId="{A3B21ACB-479D-1418-E910-D243A95A9FA6}"/>
          </ac:spMkLst>
        </pc:spChg>
        <pc:spChg chg="add mod">
          <ac:chgData name="Jiang, Tracy" userId="797300cd-5ea5-4dea-ab3a-adb1e1491123" providerId="ADAL" clId="{60A49555-F42E-4A86-858D-393162508AAE}" dt="2026-08-10T08:47:47.396" v="17832" actId="14100"/>
          <ac:spMkLst>
            <pc:docMk/>
            <pc:sldMk cId="1644393586" sldId="284"/>
            <ac:spMk id="9" creationId="{9DDFFFAF-7018-ADF4-EF3D-C5D20CF8D16B}"/>
          </ac:spMkLst>
        </pc:spChg>
        <pc:spChg chg="add del mod">
          <ac:chgData name="Jiang, Tracy" userId="797300cd-5ea5-4dea-ab3a-adb1e1491123" providerId="ADAL" clId="{60A49555-F42E-4A86-858D-393162508AAE}" dt="2026-08-19T08:32:06.448" v="34647" actId="478"/>
          <ac:spMkLst>
            <pc:docMk/>
            <pc:sldMk cId="1644393586" sldId="284"/>
            <ac:spMk id="10" creationId="{1635E735-225E-8336-31CF-A636442712F8}"/>
          </ac:spMkLst>
        </pc:spChg>
        <pc:graphicFrameChg chg="mod modGraphic">
          <ac:chgData name="Jiang, Tracy" userId="797300cd-5ea5-4dea-ab3a-adb1e1491123" providerId="ADAL" clId="{60A49555-F42E-4A86-858D-393162508AAE}" dt="2026-08-10T08:47:53.728" v="17836" actId="20577"/>
          <ac:graphicFrameMkLst>
            <pc:docMk/>
            <pc:sldMk cId="1644393586" sldId="284"/>
            <ac:graphicFrameMk id="6" creationId="{8B116A60-FB3D-AD6A-659A-6FDAF8116A8D}"/>
          </ac:graphicFrameMkLst>
        </pc:graphicFrameChg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432505207" sldId="286"/>
        </pc:sldMkLst>
      </pc:sldChg>
      <pc:sldChg chg="addSp delSp modSp new mod modShow">
        <pc:chgData name="Jiang, Tracy" userId="797300cd-5ea5-4dea-ab3a-adb1e1491123" providerId="ADAL" clId="{60A49555-F42E-4A86-858D-393162508AAE}" dt="2026-08-10T03:56:04.051" v="16382" actId="34476"/>
        <pc:sldMkLst>
          <pc:docMk/>
          <pc:sldMk cId="589850647" sldId="288"/>
        </pc:sldMkLst>
        <pc:spChg chg="mod">
          <ac:chgData name="Jiang, Tracy" userId="797300cd-5ea5-4dea-ab3a-adb1e1491123" providerId="ADAL" clId="{60A49555-F42E-4A86-858D-393162508AAE}" dt="2026-08-06T06:08:07.247" v="8894" actId="20577"/>
          <ac:spMkLst>
            <pc:docMk/>
            <pc:sldMk cId="589850647" sldId="288"/>
            <ac:spMk id="2" creationId="{5DE3107F-561F-A2AE-B75C-53E48F348C1F}"/>
          </ac:spMkLst>
        </pc:spChg>
        <pc:spChg chg="mod">
          <ac:chgData name="Jiang, Tracy" userId="797300cd-5ea5-4dea-ab3a-adb1e1491123" providerId="ADAL" clId="{60A49555-F42E-4A86-858D-393162508AAE}" dt="2026-08-05T14:16:49.974" v="6687" actId="299"/>
          <ac:spMkLst>
            <pc:docMk/>
            <pc:sldMk cId="589850647" sldId="288"/>
            <ac:spMk id="3" creationId="{CC37B824-C0D9-2FD6-EBAD-32521F33AD01}"/>
          </ac:spMkLst>
        </pc:spChg>
        <pc:spChg chg="add mod">
          <ac:chgData name="Jiang, Tracy" userId="797300cd-5ea5-4dea-ab3a-adb1e1491123" providerId="ADAL" clId="{60A49555-F42E-4A86-858D-393162508AAE}" dt="2026-08-06T06:15:20.578" v="9187" actId="20577"/>
          <ac:spMkLst>
            <pc:docMk/>
            <pc:sldMk cId="589850647" sldId="288"/>
            <ac:spMk id="10" creationId="{222ABE78-C85E-9E5B-6742-13547B3AE354}"/>
          </ac:spMkLst>
        </pc:spChg>
        <pc:spChg chg="add mod">
          <ac:chgData name="Jiang, Tracy" userId="797300cd-5ea5-4dea-ab3a-adb1e1491123" providerId="ADAL" clId="{60A49555-F42E-4A86-858D-393162508AAE}" dt="2026-08-06T06:15:38.527" v="9235" actId="14100"/>
          <ac:spMkLst>
            <pc:docMk/>
            <pc:sldMk cId="589850647" sldId="288"/>
            <ac:spMk id="11" creationId="{639CF7E3-61AC-9C50-880C-98D1FC72A196}"/>
          </ac:spMkLst>
        </pc:spChg>
        <pc:spChg chg="add mod">
          <ac:chgData name="Jiang, Tracy" userId="797300cd-5ea5-4dea-ab3a-adb1e1491123" providerId="ADAL" clId="{60A49555-F42E-4A86-858D-393162508AAE}" dt="2026-08-06T10:30:13.198" v="10626" actId="122"/>
          <ac:spMkLst>
            <pc:docMk/>
            <pc:sldMk cId="589850647" sldId="288"/>
            <ac:spMk id="12" creationId="{5AF62125-AC16-4183-1DE8-030DD979042A}"/>
          </ac:spMkLst>
        </pc:spChg>
        <pc:graphicFrameChg chg="add mod ord modVis">
          <ac:chgData name="Jiang, Tracy" userId="797300cd-5ea5-4dea-ab3a-adb1e1491123" providerId="ADAL" clId="{60A49555-F42E-4A86-858D-393162508AAE}" dt="2026-08-05T14:16:44.738" v="6657"/>
          <ac:graphicFrameMkLst>
            <pc:docMk/>
            <pc:sldMk cId="589850647" sldId="288"/>
            <ac:graphicFrameMk id="5" creationId="{86D67BC8-9D96-6217-8268-9BB75DF0A716}"/>
          </ac:graphicFrameMkLst>
        </pc:graphicFrameChg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2639259453" sldId="290"/>
        </pc:sldMkLst>
      </pc:sldChg>
      <pc:sldChg chg="add modNotesTx">
        <pc:chgData name="Jiang, Tracy" userId="797300cd-5ea5-4dea-ab3a-adb1e1491123" providerId="ADAL" clId="{60A49555-F42E-4A86-858D-393162508AAE}" dt="2026-08-19T08:34:23.395" v="34658" actId="6549"/>
        <pc:sldMkLst>
          <pc:docMk/>
          <pc:sldMk cId="1183081938" sldId="291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2943840949" sldId="299"/>
        </pc:sldMkLst>
      </pc:sldChg>
      <pc:sldChg chg="addSp delSp modSp mod modShow">
        <pc:chgData name="Jiang, Tracy" userId="797300cd-5ea5-4dea-ab3a-adb1e1491123" providerId="ADAL" clId="{60A49555-F42E-4A86-858D-393162508AAE}" dt="2026-08-10T06:52:39.453" v="16594" actId="34476"/>
        <pc:sldMkLst>
          <pc:docMk/>
          <pc:sldMk cId="1741975272" sldId="2147483466"/>
        </pc:sldMkLst>
        <pc:spChg chg="add mod">
          <ac:chgData name="Jiang, Tracy" userId="797300cd-5ea5-4dea-ab3a-adb1e1491123" providerId="ADAL" clId="{60A49555-F42E-4A86-858D-393162508AAE}" dt="2026-08-05T03:05:55.413" v="47" actId="207"/>
          <ac:spMkLst>
            <pc:docMk/>
            <pc:sldMk cId="1741975272" sldId="2147483466"/>
            <ac:spMk id="2" creationId="{3DE1459A-05FA-1CDB-CDF7-68D92FC330BA}"/>
          </ac:spMkLst>
        </pc:spChg>
        <pc:spChg chg="add mod">
          <ac:chgData name="Jiang, Tracy" userId="797300cd-5ea5-4dea-ab3a-adb1e1491123" providerId="ADAL" clId="{60A49555-F42E-4A86-858D-393162508AAE}" dt="2026-08-05T03:05:25.551" v="44"/>
          <ac:spMkLst>
            <pc:docMk/>
            <pc:sldMk cId="1741975272" sldId="2147483466"/>
            <ac:spMk id="3" creationId="{14C1C918-8264-E9A3-B875-F9199FEECDC9}"/>
          </ac:spMkLst>
        </pc:spChg>
        <pc:spChg chg="add mod">
          <ac:chgData name="Jiang, Tracy" userId="797300cd-5ea5-4dea-ab3a-adb1e1491123" providerId="ADAL" clId="{60A49555-F42E-4A86-858D-393162508AAE}" dt="2026-08-05T03:05:39.545" v="45" actId="207"/>
          <ac:spMkLst>
            <pc:docMk/>
            <pc:sldMk cId="1741975272" sldId="2147483466"/>
            <ac:spMk id="5" creationId="{DA05143E-05A7-0D83-A363-1B0ACD6F4D74}"/>
          </ac:spMkLst>
        </pc:spChg>
        <pc:spChg chg="add mod">
          <ac:chgData name="Jiang, Tracy" userId="797300cd-5ea5-4dea-ab3a-adb1e1491123" providerId="ADAL" clId="{60A49555-F42E-4A86-858D-393162508AAE}" dt="2026-08-05T03:05:25.551" v="44"/>
          <ac:spMkLst>
            <pc:docMk/>
            <pc:sldMk cId="1741975272" sldId="2147483466"/>
            <ac:spMk id="6" creationId="{A73ECCB7-4119-355B-75E6-BC4EBB28E872}"/>
          </ac:spMkLst>
        </pc:spChg>
        <pc:spChg chg="add mod">
          <ac:chgData name="Jiang, Tracy" userId="797300cd-5ea5-4dea-ab3a-adb1e1491123" providerId="ADAL" clId="{60A49555-F42E-4A86-858D-393162508AAE}" dt="2026-08-05T03:06:00.424" v="48" actId="207"/>
          <ac:spMkLst>
            <pc:docMk/>
            <pc:sldMk cId="1741975272" sldId="2147483466"/>
            <ac:spMk id="7" creationId="{869BDA2D-EFEE-BAA5-F296-D5547F5A5870}"/>
          </ac:spMkLst>
        </pc:spChg>
        <pc:spChg chg="add mod">
          <ac:chgData name="Jiang, Tracy" userId="797300cd-5ea5-4dea-ab3a-adb1e1491123" providerId="ADAL" clId="{60A49555-F42E-4A86-858D-393162508AAE}" dt="2026-08-05T03:05:46.017" v="46" actId="207"/>
          <ac:spMkLst>
            <pc:docMk/>
            <pc:sldMk cId="1741975272" sldId="2147483466"/>
            <ac:spMk id="8" creationId="{85A2595A-8E59-4F4F-8942-990B37E5396F}"/>
          </ac:spMkLst>
        </pc:spChg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3098555263" sldId="2147483471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1423530620" sldId="2147483474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4231752646" sldId="2147483477"/>
        </pc:sldMkLst>
      </pc:sldChg>
      <pc:sldChg chg="add">
        <pc:chgData name="Jiang, Tracy" userId="797300cd-5ea5-4dea-ab3a-adb1e1491123" providerId="ADAL" clId="{60A49555-F42E-4A86-858D-393162508AAE}" dt="2026-08-13T05:01:19.318" v="29179"/>
        <pc:sldMkLst>
          <pc:docMk/>
          <pc:sldMk cId="1331286226" sldId="2147483480"/>
        </pc:sldMkLst>
      </pc:sldChg>
      <pc:sldChg chg="addSp delSp modSp mod modShow">
        <pc:chgData name="Jiang, Tracy" userId="797300cd-5ea5-4dea-ab3a-adb1e1491123" providerId="ADAL" clId="{60A49555-F42E-4A86-858D-393162508AAE}" dt="2026-08-13T09:03:09.707" v="34386" actId="6549"/>
        <pc:sldMkLst>
          <pc:docMk/>
          <pc:sldMk cId="1590646600" sldId="2147483615"/>
        </pc:sldMkLst>
        <pc:spChg chg="mod">
          <ac:chgData name="Jiang, Tracy" userId="797300cd-5ea5-4dea-ab3a-adb1e1491123" providerId="ADAL" clId="{60A49555-F42E-4A86-858D-393162508AAE}" dt="2026-08-13T09:03:09.707" v="34386" actId="6549"/>
          <ac:spMkLst>
            <pc:docMk/>
            <pc:sldMk cId="1590646600" sldId="2147483615"/>
            <ac:spMk id="4" creationId="{F4BC7462-DE73-24C8-8662-439D54913910}"/>
          </ac:spMkLst>
        </pc:spChg>
        <pc:spChg chg="mod">
          <ac:chgData name="Jiang, Tracy" userId="797300cd-5ea5-4dea-ab3a-adb1e1491123" providerId="ADAL" clId="{60A49555-F42E-4A86-858D-393162508AAE}" dt="2026-08-13T08:46:05.737" v="34242" actId="115"/>
          <ac:spMkLst>
            <pc:docMk/>
            <pc:sldMk cId="1590646600" sldId="2147483615"/>
            <ac:spMk id="12" creationId="{195F9149-ED2E-5325-7D04-ECE1B47B85D7}"/>
          </ac:spMkLst>
        </pc:spChg>
        <pc:spChg chg="mod">
          <ac:chgData name="Jiang, Tracy" userId="797300cd-5ea5-4dea-ab3a-adb1e1491123" providerId="ADAL" clId="{60A49555-F42E-4A86-858D-393162508AAE}" dt="2026-08-13T08:41:26.408" v="34161" actId="20577"/>
          <ac:spMkLst>
            <pc:docMk/>
            <pc:sldMk cId="1590646600" sldId="2147483615"/>
            <ac:spMk id="14" creationId="{4C0D43C0-61FA-CFF1-92F7-E7841E79B247}"/>
          </ac:spMkLst>
        </pc:spChg>
        <pc:spChg chg="add del mod topLvl">
          <ac:chgData name="Jiang, Tracy" userId="797300cd-5ea5-4dea-ab3a-adb1e1491123" providerId="ADAL" clId="{60A49555-F42E-4A86-858D-393162508AAE}" dt="2026-08-13T08:27:32.466" v="34142" actId="2711"/>
          <ac:spMkLst>
            <pc:docMk/>
            <pc:sldMk cId="1590646600" sldId="2147483615"/>
            <ac:spMk id="17" creationId="{B9F2C0B6-F256-A534-CA67-E5B7A182194B}"/>
          </ac:spMkLst>
        </pc:spChg>
        <pc:grpChg chg="add del mod">
          <ac:chgData name="Jiang, Tracy" userId="797300cd-5ea5-4dea-ab3a-adb1e1491123" providerId="ADAL" clId="{60A49555-F42E-4A86-858D-393162508AAE}" dt="2026-08-13T08:25:40.352" v="34139" actId="14100"/>
          <ac:grpSpMkLst>
            <pc:docMk/>
            <pc:sldMk cId="1590646600" sldId="2147483615"/>
            <ac:grpSpMk id="8" creationId="{B352353B-E372-ED91-2426-5D614EFB1665}"/>
          </ac:grpSpMkLst>
        </pc:grpChg>
        <pc:grpChg chg="mod">
          <ac:chgData name="Jiang, Tracy" userId="797300cd-5ea5-4dea-ab3a-adb1e1491123" providerId="ADAL" clId="{60A49555-F42E-4A86-858D-393162508AAE}" dt="2026-08-13T08:13:08.930" v="33947" actId="554"/>
          <ac:grpSpMkLst>
            <pc:docMk/>
            <pc:sldMk cId="1590646600" sldId="2147483615"/>
            <ac:grpSpMk id="15" creationId="{B252365E-EC13-435C-9CAD-933996BA417A}"/>
          </ac:grpSpMkLst>
        </pc:grpChg>
        <pc:grpChg chg="mod">
          <ac:chgData name="Jiang, Tracy" userId="797300cd-5ea5-4dea-ab3a-adb1e1491123" providerId="ADAL" clId="{60A49555-F42E-4A86-858D-393162508AAE}" dt="2026-08-13T08:13:08.930" v="33947" actId="554"/>
          <ac:grpSpMkLst>
            <pc:docMk/>
            <pc:sldMk cId="1590646600" sldId="2147483615"/>
            <ac:grpSpMk id="16" creationId="{882819DA-9BFB-C5FA-85E0-78856F4FEE78}"/>
          </ac:grpSpMkLst>
        </pc:grpChg>
        <pc:graphicFrameChg chg="mod modGraphic">
          <ac:chgData name="Jiang, Tracy" userId="797300cd-5ea5-4dea-ab3a-adb1e1491123" providerId="ADAL" clId="{60A49555-F42E-4A86-858D-393162508AAE}" dt="2026-08-13T09:03:02.621" v="34385" actId="20577"/>
          <ac:graphicFrameMkLst>
            <pc:docMk/>
            <pc:sldMk cId="1590646600" sldId="2147483615"/>
            <ac:graphicFrameMk id="7" creationId="{AF064925-11E3-AF88-F0A0-9BE54C0F00DE}"/>
          </ac:graphicFrameMkLst>
        </pc:graphicFrameChg>
        <pc:cxnChg chg="mod topLvl">
          <ac:chgData name="Jiang, Tracy" userId="797300cd-5ea5-4dea-ab3a-adb1e1491123" providerId="ADAL" clId="{60A49555-F42E-4A86-858D-393162508AAE}" dt="2026-08-13T08:13:03.778" v="33946" actId="21"/>
          <ac:cxnSpMkLst>
            <pc:docMk/>
            <pc:sldMk cId="1590646600" sldId="2147483615"/>
            <ac:cxnSpMk id="10" creationId="{99691593-27D5-6A94-EBD3-92E1B07C531C}"/>
          </ac:cxnSpMkLst>
        </pc:cxnChg>
      </pc:sldChg>
      <pc:sldChg chg="addSp delSp modSp mod modShow">
        <pc:chgData name="Jiang, Tracy" userId="797300cd-5ea5-4dea-ab3a-adb1e1491123" providerId="ADAL" clId="{60A49555-F42E-4A86-858D-393162508AAE}" dt="2026-08-10T06:52:39.453" v="16594" actId="34476"/>
        <pc:sldMkLst>
          <pc:docMk/>
          <pc:sldMk cId="1359048032" sldId="2147483645"/>
        </pc:sldMkLst>
        <pc:spChg chg="add mod">
          <ac:chgData name="Jiang, Tracy" userId="797300cd-5ea5-4dea-ab3a-adb1e1491123" providerId="ADAL" clId="{60A49555-F42E-4A86-858D-393162508AAE}" dt="2026-08-05T03:05:16.556" v="42"/>
          <ac:spMkLst>
            <pc:docMk/>
            <pc:sldMk cId="1359048032" sldId="2147483645"/>
            <ac:spMk id="2" creationId="{E2E0A3AC-DEBE-A1F6-8FA7-92BD247C58AE}"/>
          </ac:spMkLst>
        </pc:spChg>
        <pc:spChg chg="add mod">
          <ac:chgData name="Jiang, Tracy" userId="797300cd-5ea5-4dea-ab3a-adb1e1491123" providerId="ADAL" clId="{60A49555-F42E-4A86-858D-393162508AAE}" dt="2026-08-05T03:06:27.262" v="52" actId="207"/>
          <ac:spMkLst>
            <pc:docMk/>
            <pc:sldMk cId="1359048032" sldId="2147483645"/>
            <ac:spMk id="3" creationId="{8F790C54-1CDA-D88A-B43E-4E98139FA52E}"/>
          </ac:spMkLst>
        </pc:spChg>
        <pc:spChg chg="add mod">
          <ac:chgData name="Jiang, Tracy" userId="797300cd-5ea5-4dea-ab3a-adb1e1491123" providerId="ADAL" clId="{60A49555-F42E-4A86-858D-393162508AAE}" dt="2026-08-05T03:06:15.046" v="50" actId="207"/>
          <ac:spMkLst>
            <pc:docMk/>
            <pc:sldMk cId="1359048032" sldId="2147483645"/>
            <ac:spMk id="5" creationId="{ABD7D07A-D5D2-3137-68D1-4372BC5206B9}"/>
          </ac:spMkLst>
        </pc:spChg>
        <pc:spChg chg="add mod">
          <ac:chgData name="Jiang, Tracy" userId="797300cd-5ea5-4dea-ab3a-adb1e1491123" providerId="ADAL" clId="{60A49555-F42E-4A86-858D-393162508AAE}" dt="2026-08-05T03:06:19.746" v="51" actId="207"/>
          <ac:spMkLst>
            <pc:docMk/>
            <pc:sldMk cId="1359048032" sldId="2147483645"/>
            <ac:spMk id="6" creationId="{ADE08253-85B0-9A31-93E8-429E586A329A}"/>
          </ac:spMkLst>
        </pc:spChg>
        <pc:spChg chg="add mod">
          <ac:chgData name="Jiang, Tracy" userId="797300cd-5ea5-4dea-ab3a-adb1e1491123" providerId="ADAL" clId="{60A49555-F42E-4A86-858D-393162508AAE}" dt="2026-08-05T03:05:16.556" v="42"/>
          <ac:spMkLst>
            <pc:docMk/>
            <pc:sldMk cId="1359048032" sldId="2147483645"/>
            <ac:spMk id="7" creationId="{5F86A87F-4B19-01B1-F5C7-0BCF328D668D}"/>
          </ac:spMkLst>
        </pc:spChg>
        <pc:spChg chg="add mod">
          <ac:chgData name="Jiang, Tracy" userId="797300cd-5ea5-4dea-ab3a-adb1e1491123" providerId="ADAL" clId="{60A49555-F42E-4A86-858D-393162508AAE}" dt="2026-08-05T03:06:09.868" v="49" actId="207"/>
          <ac:spMkLst>
            <pc:docMk/>
            <pc:sldMk cId="1359048032" sldId="2147483645"/>
            <ac:spMk id="8" creationId="{EC3DBC70-EC42-50FE-67A6-9C244585E37B}"/>
          </ac:spMkLst>
        </pc:spChg>
      </pc:sldChg>
      <pc:sldChg chg="addSp delSp modSp add mod modShow">
        <pc:chgData name="Jiang, Tracy" userId="797300cd-5ea5-4dea-ab3a-adb1e1491123" providerId="ADAL" clId="{60A49555-F42E-4A86-858D-393162508AAE}" dt="2026-08-19T08:32:25.645" v="34652" actId="478"/>
        <pc:sldMkLst>
          <pc:docMk/>
          <pc:sldMk cId="2946797883" sldId="2147483646"/>
        </pc:sldMkLst>
        <pc:spChg chg="mod ord">
          <ac:chgData name="Jiang, Tracy" userId="797300cd-5ea5-4dea-ab3a-adb1e1491123" providerId="ADAL" clId="{60A49555-F42E-4A86-858D-393162508AAE}" dt="2026-08-13T07:55:34.625" v="33180"/>
          <ac:spMkLst>
            <pc:docMk/>
            <pc:sldMk cId="2946797883" sldId="2147483646"/>
            <ac:spMk id="2" creationId="{62A2F3B4-7E03-672A-E51B-0D5FA0E9E8CE}"/>
          </ac:spMkLst>
        </pc:spChg>
        <pc:spChg chg="mod ord">
          <ac:chgData name="Jiang, Tracy" userId="797300cd-5ea5-4dea-ab3a-adb1e1491123" providerId="ADAL" clId="{60A49555-F42E-4A86-858D-393162508AAE}" dt="2026-08-13T07:55:34.609" v="33150"/>
          <ac:spMkLst>
            <pc:docMk/>
            <pc:sldMk cId="2946797883" sldId="2147483646"/>
            <ac:spMk id="3" creationId="{DE409BF2-B201-BE9E-319A-01D8CC9FA7B5}"/>
          </ac:spMkLst>
        </pc:spChg>
        <pc:spChg chg="mod ord">
          <ac:chgData name="Jiang, Tracy" userId="797300cd-5ea5-4dea-ab3a-adb1e1491123" providerId="ADAL" clId="{60A49555-F42E-4A86-858D-393162508AAE}" dt="2026-08-13T07:55:34.609" v="33154"/>
          <ac:spMkLst>
            <pc:docMk/>
            <pc:sldMk cId="2946797883" sldId="2147483646"/>
            <ac:spMk id="11" creationId="{A05D9706-9128-49FC-7A0B-B0CF8E873E62}"/>
          </ac:spMkLst>
        </pc:spChg>
        <pc:spChg chg="mod ord">
          <ac:chgData name="Jiang, Tracy" userId="797300cd-5ea5-4dea-ab3a-adb1e1491123" providerId="ADAL" clId="{60A49555-F42E-4A86-858D-393162508AAE}" dt="2026-08-13T07:55:34.629" v="33188"/>
          <ac:spMkLst>
            <pc:docMk/>
            <pc:sldMk cId="2946797883" sldId="2147483646"/>
            <ac:spMk id="16" creationId="{84C47578-54E1-2047-3420-609BABA0684A}"/>
          </ac:spMkLst>
        </pc:spChg>
        <pc:spChg chg="mod ord">
          <ac:chgData name="Jiang, Tracy" userId="797300cd-5ea5-4dea-ab3a-adb1e1491123" providerId="ADAL" clId="{60A49555-F42E-4A86-858D-393162508AAE}" dt="2026-08-13T07:55:34.629" v="33190"/>
          <ac:spMkLst>
            <pc:docMk/>
            <pc:sldMk cId="2946797883" sldId="2147483646"/>
            <ac:spMk id="23" creationId="{8586D4D1-B78B-AF0F-339C-FA44E7BF4EA7}"/>
          </ac:spMkLst>
        </pc:spChg>
        <pc:spChg chg="add del mod ord">
          <ac:chgData name="Jiang, Tracy" userId="797300cd-5ea5-4dea-ab3a-adb1e1491123" providerId="ADAL" clId="{60A49555-F42E-4A86-858D-393162508AAE}" dt="2026-08-19T08:32:25.645" v="34652" actId="478"/>
          <ac:spMkLst>
            <pc:docMk/>
            <pc:sldMk cId="2946797883" sldId="2147483646"/>
            <ac:spMk id="24" creationId="{CE6E1E2C-A59D-F336-A0CB-23071BAF7635}"/>
          </ac:spMkLst>
        </pc:spChg>
        <pc:spChg chg="mod ord">
          <ac:chgData name="Jiang, Tracy" userId="797300cd-5ea5-4dea-ab3a-adb1e1491123" providerId="ADAL" clId="{60A49555-F42E-4A86-858D-393162508AAE}" dt="2026-08-13T07:55:34.631" v="33192"/>
          <ac:spMkLst>
            <pc:docMk/>
            <pc:sldMk cId="2946797883" sldId="2147483646"/>
            <ac:spMk id="26" creationId="{4A689143-BCDA-F2A5-2CB7-1FC318288CE3}"/>
          </ac:spMkLst>
        </pc:spChg>
        <pc:spChg chg="mod">
          <ac:chgData name="Jiang, Tracy" userId="797300cd-5ea5-4dea-ab3a-adb1e1491123" providerId="ADAL" clId="{60A49555-F42E-4A86-858D-393162508AAE}" dt="2026-08-13T07:55:34.609" v="33159"/>
          <ac:spMkLst>
            <pc:docMk/>
            <pc:sldMk cId="2946797883" sldId="2147483646"/>
            <ac:spMk id="170" creationId="{ABC1FB0A-C40B-CE58-ADD7-82A4D2F62DA8}"/>
          </ac:spMkLst>
        </pc:spChg>
        <pc:spChg chg="mod ord">
          <ac:chgData name="Jiang, Tracy" userId="797300cd-5ea5-4dea-ab3a-adb1e1491123" providerId="ADAL" clId="{60A49555-F42E-4A86-858D-393162508AAE}" dt="2026-08-13T07:55:34.609" v="33161"/>
          <ac:spMkLst>
            <pc:docMk/>
            <pc:sldMk cId="2946797883" sldId="2147483646"/>
            <ac:spMk id="171" creationId="{1AA5220A-AE27-DFE3-5F51-396866E97013}"/>
          </ac:spMkLst>
        </pc:spChg>
        <pc:spChg chg="mod">
          <ac:chgData name="Jiang, Tracy" userId="797300cd-5ea5-4dea-ab3a-adb1e1491123" providerId="ADAL" clId="{60A49555-F42E-4A86-858D-393162508AAE}" dt="2026-08-13T07:55:34.618" v="33162"/>
          <ac:spMkLst>
            <pc:docMk/>
            <pc:sldMk cId="2946797883" sldId="2147483646"/>
            <ac:spMk id="172" creationId="{878EC791-6343-8D01-C490-E904CDFA4E84}"/>
          </ac:spMkLst>
        </pc:spChg>
        <pc:spChg chg="mod">
          <ac:chgData name="Jiang, Tracy" userId="797300cd-5ea5-4dea-ab3a-adb1e1491123" providerId="ADAL" clId="{60A49555-F42E-4A86-858D-393162508AAE}" dt="2026-08-13T07:55:34.618" v="33165"/>
          <ac:spMkLst>
            <pc:docMk/>
            <pc:sldMk cId="2946797883" sldId="2147483646"/>
            <ac:spMk id="173" creationId="{F0B0B504-9C2B-1412-F959-0E2AD737A9CE}"/>
          </ac:spMkLst>
        </pc:spChg>
        <pc:spChg chg="mod ord">
          <ac:chgData name="Jiang, Tracy" userId="797300cd-5ea5-4dea-ab3a-adb1e1491123" providerId="ADAL" clId="{60A49555-F42E-4A86-858D-393162508AAE}" dt="2026-08-13T07:55:34.620" v="33167"/>
          <ac:spMkLst>
            <pc:docMk/>
            <pc:sldMk cId="2946797883" sldId="2147483646"/>
            <ac:spMk id="174" creationId="{AB38951E-7A9E-AFD3-050E-D38D27FB4E71}"/>
          </ac:spMkLst>
        </pc:spChg>
        <pc:spChg chg="mod">
          <ac:chgData name="Jiang, Tracy" userId="797300cd-5ea5-4dea-ab3a-adb1e1491123" providerId="ADAL" clId="{60A49555-F42E-4A86-858D-393162508AAE}" dt="2026-08-13T07:55:34.620" v="33170"/>
          <ac:spMkLst>
            <pc:docMk/>
            <pc:sldMk cId="2946797883" sldId="2147483646"/>
            <ac:spMk id="175" creationId="{9511BF2D-AB06-4E9A-A266-BBED84384A4D}"/>
          </ac:spMkLst>
        </pc:spChg>
        <pc:spChg chg="mod">
          <ac:chgData name="Jiang, Tracy" userId="797300cd-5ea5-4dea-ab3a-adb1e1491123" providerId="ADAL" clId="{60A49555-F42E-4A86-858D-393162508AAE}" dt="2026-08-13T07:55:34.620" v="33171"/>
          <ac:spMkLst>
            <pc:docMk/>
            <pc:sldMk cId="2946797883" sldId="2147483646"/>
            <ac:spMk id="176" creationId="{0C6714CB-2120-829C-2AB8-C9DACEA3AECD}"/>
          </ac:spMkLst>
        </pc:spChg>
        <pc:spChg chg="mod">
          <ac:chgData name="Jiang, Tracy" userId="797300cd-5ea5-4dea-ab3a-adb1e1491123" providerId="ADAL" clId="{60A49555-F42E-4A86-858D-393162508AAE}" dt="2026-08-13T07:55:34.620" v="33172"/>
          <ac:spMkLst>
            <pc:docMk/>
            <pc:sldMk cId="2946797883" sldId="2147483646"/>
            <ac:spMk id="177" creationId="{9F9BFC04-53B3-F71E-6AF1-211129C81E4C}"/>
          </ac:spMkLst>
        </pc:spChg>
        <pc:spChg chg="mod ord">
          <ac:chgData name="Jiang, Tracy" userId="797300cd-5ea5-4dea-ab3a-adb1e1491123" providerId="ADAL" clId="{60A49555-F42E-4A86-858D-393162508AAE}" dt="2026-08-13T07:55:34.618" v="33164"/>
          <ac:spMkLst>
            <pc:docMk/>
            <pc:sldMk cId="2946797883" sldId="2147483646"/>
            <ac:spMk id="178" creationId="{81DF67DD-6AF2-03B2-B409-FC09D90ECC64}"/>
          </ac:spMkLst>
        </pc:spChg>
        <pc:spChg chg="mod">
          <ac:chgData name="Jiang, Tracy" userId="797300cd-5ea5-4dea-ab3a-adb1e1491123" providerId="ADAL" clId="{60A49555-F42E-4A86-858D-393162508AAE}" dt="2026-08-13T07:55:34.620" v="33168"/>
          <ac:spMkLst>
            <pc:docMk/>
            <pc:sldMk cId="2946797883" sldId="2147483646"/>
            <ac:spMk id="181" creationId="{E4A2C7F3-C805-809C-9B77-76A0D47E5CF6}"/>
          </ac:spMkLst>
        </pc:spChg>
        <pc:spChg chg="mod">
          <ac:chgData name="Jiang, Tracy" userId="797300cd-5ea5-4dea-ab3a-adb1e1491123" providerId="ADAL" clId="{60A49555-F42E-4A86-858D-393162508AAE}" dt="2026-08-13T07:55:34.620" v="33169"/>
          <ac:spMkLst>
            <pc:docMk/>
            <pc:sldMk cId="2946797883" sldId="2147483646"/>
            <ac:spMk id="182" creationId="{D5C96552-5B70-598D-7B97-775D2177686C}"/>
          </ac:spMkLst>
        </pc:spChg>
        <pc:spChg chg="mod ord">
          <ac:chgData name="Jiang, Tracy" userId="797300cd-5ea5-4dea-ab3a-adb1e1491123" providerId="ADAL" clId="{60A49555-F42E-4A86-858D-393162508AAE}" dt="2026-08-13T07:56:05.815" v="33249" actId="1036"/>
          <ac:spMkLst>
            <pc:docMk/>
            <pc:sldMk cId="2946797883" sldId="2147483646"/>
            <ac:spMk id="204" creationId="{47391725-DA88-FFEE-AB7A-78F7683D4B73}"/>
          </ac:spMkLst>
        </pc:spChg>
        <pc:spChg chg="mod ord">
          <ac:chgData name="Jiang, Tracy" userId="797300cd-5ea5-4dea-ab3a-adb1e1491123" providerId="ADAL" clId="{60A49555-F42E-4A86-858D-393162508AAE}" dt="2026-08-13T07:56:10.355" v="33254" actId="1038"/>
          <ac:spMkLst>
            <pc:docMk/>
            <pc:sldMk cId="2946797883" sldId="2147483646"/>
            <ac:spMk id="207" creationId="{DE765C1B-0B5A-8B4C-0BCF-B6221DA0A9ED}"/>
          </ac:spMkLst>
        </pc:spChg>
        <pc:spChg chg="mod ord">
          <ac:chgData name="Jiang, Tracy" userId="797300cd-5ea5-4dea-ab3a-adb1e1491123" providerId="ADAL" clId="{60A49555-F42E-4A86-858D-393162508AAE}" dt="2026-08-13T07:56:05.815" v="33249" actId="1036"/>
          <ac:spMkLst>
            <pc:docMk/>
            <pc:sldMk cId="2946797883" sldId="2147483646"/>
            <ac:spMk id="208" creationId="{EE10FD58-EE9E-FA1F-27B1-5989CFFD9B5D}"/>
          </ac:spMkLst>
        </pc:spChg>
        <pc:graphicFrameChg chg="mod ord modGraphic">
          <ac:chgData name="Jiang, Tracy" userId="797300cd-5ea5-4dea-ab3a-adb1e1491123" providerId="ADAL" clId="{60A49555-F42E-4A86-858D-393162508AAE}" dt="2026-08-13T07:55:34.625" v="33182"/>
          <ac:graphicFrameMkLst>
            <pc:docMk/>
            <pc:sldMk cId="2946797883" sldId="2147483646"/>
            <ac:graphicFrameMk id="4" creationId="{F041E9ED-9192-1E63-9397-21ABF45D4F6D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3T07:55:34.609" v="33152"/>
          <ac:graphicFrameMkLst>
            <pc:docMk/>
            <pc:sldMk cId="2946797883" sldId="2147483646"/>
            <ac:graphicFrameMk id="6" creationId="{F46D257C-46F1-C7ED-C688-277125A00BA4}"/>
          </ac:graphicFrameMkLst>
        </pc:graphicFrameChg>
        <pc:graphicFrameChg chg="mod">
          <ac:chgData name="Jiang, Tracy" userId="797300cd-5ea5-4dea-ab3a-adb1e1491123" providerId="ADAL" clId="{60A49555-F42E-4A86-858D-393162508AAE}" dt="2026-08-13T07:55:34.634" v="33196"/>
          <ac:graphicFrameMkLst>
            <pc:docMk/>
            <pc:sldMk cId="2946797883" sldId="2147483646"/>
            <ac:graphicFrameMk id="7" creationId="{6AF122DF-0149-B593-78C8-4E60C072FABA}"/>
          </ac:graphicFrameMkLst>
        </pc:graphicFrameChg>
        <pc:graphicFrameChg chg="add mod ord">
          <ac:chgData name="Jiang, Tracy" userId="797300cd-5ea5-4dea-ab3a-adb1e1491123" providerId="ADAL" clId="{60A49555-F42E-4A86-858D-393162508AAE}" dt="2026-08-13T07:55:34.609" v="33158"/>
          <ac:graphicFrameMkLst>
            <pc:docMk/>
            <pc:sldMk cId="2946797883" sldId="2147483646"/>
            <ac:graphicFrameMk id="28" creationId="{3D5722E9-7E63-9451-5649-1EBFC0F47122}"/>
          </ac:graphicFrameMkLst>
        </pc:graphicFrameChg>
        <pc:graphicFrameChg chg="mod ord modGraphic">
          <ac:chgData name="Jiang, Tracy" userId="797300cd-5ea5-4dea-ab3a-adb1e1491123" providerId="ADAL" clId="{60A49555-F42E-4A86-858D-393162508AAE}" dt="2026-08-13T07:55:34.609" v="33156"/>
          <ac:graphicFrameMkLst>
            <pc:docMk/>
            <pc:sldMk cId="2946797883" sldId="2147483646"/>
            <ac:graphicFrameMk id="110" creationId="{6AA7B340-5AE2-DE47-EBD5-A145B1EF40D2}"/>
          </ac:graphicFrameMkLst>
        </pc:graphicFrameChg>
        <pc:cxnChg chg="mod ord">
          <ac:chgData name="Jiang, Tracy" userId="797300cd-5ea5-4dea-ab3a-adb1e1491123" providerId="ADAL" clId="{60A49555-F42E-4A86-858D-393162508AAE}" dt="2026-08-13T07:55:34.625" v="33184"/>
          <ac:cxnSpMkLst>
            <pc:docMk/>
            <pc:sldMk cId="2946797883" sldId="2147483646"/>
            <ac:cxnSpMk id="8" creationId="{D754E3ED-AA28-B6B9-E56E-F95691BE3FA3}"/>
          </ac:cxnSpMkLst>
        </pc:cxnChg>
        <pc:cxnChg chg="mod ord">
          <ac:chgData name="Jiang, Tracy" userId="797300cd-5ea5-4dea-ab3a-adb1e1491123" providerId="ADAL" clId="{60A49555-F42E-4A86-858D-393162508AAE}" dt="2026-08-13T07:55:34.629" v="33186"/>
          <ac:cxnSpMkLst>
            <pc:docMk/>
            <pc:sldMk cId="2946797883" sldId="2147483646"/>
            <ac:cxnSpMk id="9" creationId="{D2557D27-A74C-CEBC-34EA-488338214C23}"/>
          </ac:cxnSpMkLst>
        </pc:cxnChg>
      </pc:sldChg>
      <pc:sldChg chg="modSp mod modShow">
        <pc:chgData name="Jiang, Tracy" userId="797300cd-5ea5-4dea-ab3a-adb1e1491123" providerId="ADAL" clId="{60A49555-F42E-4A86-858D-393162508AAE}" dt="2026-08-13T09:08:41.104" v="34527" actId="555"/>
        <pc:sldMkLst>
          <pc:docMk/>
          <pc:sldMk cId="3746324433" sldId="2147483647"/>
        </pc:sldMkLst>
        <pc:grpChg chg="mod">
          <ac:chgData name="Jiang, Tracy" userId="797300cd-5ea5-4dea-ab3a-adb1e1491123" providerId="ADAL" clId="{60A49555-F42E-4A86-858D-393162508AAE}" dt="2026-08-13T09:08:41.104" v="34527" actId="555"/>
          <ac:grpSpMkLst>
            <pc:docMk/>
            <pc:sldMk cId="3746324433" sldId="2147483647"/>
            <ac:grpSpMk id="61" creationId="{7831C5BF-E4B9-C10A-6E02-516F364313D0}"/>
          </ac:grpSpMkLst>
        </pc:grpChg>
        <pc:grpChg chg="mod">
          <ac:chgData name="Jiang, Tracy" userId="797300cd-5ea5-4dea-ab3a-adb1e1491123" providerId="ADAL" clId="{60A49555-F42E-4A86-858D-393162508AAE}" dt="2026-08-13T09:08:41.104" v="34527" actId="555"/>
          <ac:grpSpMkLst>
            <pc:docMk/>
            <pc:sldMk cId="3746324433" sldId="2147483647"/>
            <ac:grpSpMk id="63" creationId="{54030057-E073-1771-4A7D-B1186DE232B0}"/>
          </ac:grpSpMkLst>
        </pc:grpChg>
      </pc:sldChg>
    </pc:docChg>
  </pc:docChgLst>
  <pc:docChgLst>
    <pc:chgData name="Chen, Grace" userId="415c4dc7-4001-442c-a93a-60c9c3b817bb" providerId="ADAL" clId="{BBA967EF-23AA-4878-9800-0CF0505804D1}"/>
    <pc:docChg chg="undo custSel addSld delSld modSld sldOrd">
      <pc:chgData name="Chen, Grace" userId="415c4dc7-4001-442c-a93a-60c9c3b817bb" providerId="ADAL" clId="{BBA967EF-23AA-4878-9800-0CF0505804D1}" dt="2026-08-07T08:30:49.156" v="5267" actId="729"/>
      <pc:docMkLst>
        <pc:docMk/>
      </pc:docMkLst>
      <pc:sldChg chg="modSp mod">
        <pc:chgData name="Chen, Grace" userId="415c4dc7-4001-442c-a93a-60c9c3b817bb" providerId="ADAL" clId="{BBA967EF-23AA-4878-9800-0CF0505804D1}" dt="2026-08-07T07:50:42.079" v="3428" actId="26606"/>
        <pc:sldMkLst>
          <pc:docMk/>
          <pc:sldMk cId="1326551904" sldId="257"/>
        </pc:sldMkLst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1326551904" sldId="257"/>
            <ac:picMk id="78" creationId="{B6E48C66-2ACB-0812-25D9-C94DCBB39C7B}"/>
          </ac:picMkLst>
        </pc:picChg>
      </pc:sldChg>
      <pc:sldChg chg="modSp mod">
        <pc:chgData name="Chen, Grace" userId="415c4dc7-4001-442c-a93a-60c9c3b817bb" providerId="ADAL" clId="{BBA967EF-23AA-4878-9800-0CF0505804D1}" dt="2026-08-07T07:50:42.079" v="3428" actId="26606"/>
        <pc:sldMkLst>
          <pc:docMk/>
          <pc:sldMk cId="298183996" sldId="266"/>
        </pc:sldMkLst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298183996" sldId="266"/>
            <ac:picMk id="4" creationId="{41148862-D46F-A5D3-F1CA-53C848054356}"/>
          </ac:picMkLst>
        </pc:picChg>
      </pc:sldChg>
      <pc:sldChg chg="modSp mod">
        <pc:chgData name="Chen, Grace" userId="415c4dc7-4001-442c-a93a-60c9c3b817bb" providerId="ADAL" clId="{BBA967EF-23AA-4878-9800-0CF0505804D1}" dt="2026-08-07T07:50:42.079" v="3428" actId="26606"/>
        <pc:sldMkLst>
          <pc:docMk/>
          <pc:sldMk cId="1428314963" sldId="267"/>
        </pc:sldMkLst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1428314963" sldId="267"/>
            <ac:picMk id="21" creationId="{D154D05A-CE7D-397A-6DB7-03CDE2CFBA77}"/>
          </ac:picMkLst>
        </pc:picChg>
      </pc:sldChg>
      <pc:sldChg chg="add del">
        <pc:chgData name="Chen, Grace" userId="415c4dc7-4001-442c-a93a-60c9c3b817bb" providerId="ADAL" clId="{BBA967EF-23AA-4878-9800-0CF0505804D1}" dt="2026-08-07T05:23:42.708" v="3"/>
        <pc:sldMkLst>
          <pc:docMk/>
          <pc:sldMk cId="589850647" sldId="288"/>
        </pc:sldMkLst>
      </pc:sldChg>
      <pc:sldChg chg="modSp mod">
        <pc:chgData name="Chen, Grace" userId="415c4dc7-4001-442c-a93a-60c9c3b817bb" providerId="ADAL" clId="{BBA967EF-23AA-4878-9800-0CF0505804D1}" dt="2026-08-07T07:50:42.079" v="3428" actId="26606"/>
        <pc:sldMkLst>
          <pc:docMk/>
          <pc:sldMk cId="3746324433" sldId="2147483647"/>
        </pc:sldMkLst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3746324433" sldId="2147483647"/>
            <ac:picMk id="13" creationId="{FF29E7CA-E140-39BD-37AF-113655A98362}"/>
          </ac:picMkLst>
        </pc:picChg>
        <pc:picChg chg="mod">
          <ac:chgData name="Chen, Grace" userId="415c4dc7-4001-442c-a93a-60c9c3b817bb" providerId="ADAL" clId="{BBA967EF-23AA-4878-9800-0CF0505804D1}" dt="2026-08-07T07:50:42.079" v="3428" actId="26606"/>
          <ac:picMkLst>
            <pc:docMk/>
            <pc:sldMk cId="3746324433" sldId="2147483647"/>
            <ac:picMk id="26" creationId="{B132FE2B-EFA5-4804-76C5-D1380B789972}"/>
          </ac:picMkLst>
        </pc:picChg>
        <pc:cxnChg chg="mod">
          <ac:chgData name="Chen, Grace" userId="415c4dc7-4001-442c-a93a-60c9c3b817bb" providerId="ADAL" clId="{BBA967EF-23AA-4878-9800-0CF0505804D1}" dt="2026-08-07T07:50:42.079" v="3428" actId="26606"/>
          <ac:cxnSpMkLst>
            <pc:docMk/>
            <pc:sldMk cId="3746324433" sldId="2147483647"/>
            <ac:cxnSpMk id="35" creationId="{6AAD4FCF-A3AF-0B68-9B1B-B85A9592583B}"/>
          </ac:cxnSpMkLst>
        </pc:cxnChg>
        <pc:cxnChg chg="mod">
          <ac:chgData name="Chen, Grace" userId="415c4dc7-4001-442c-a93a-60c9c3b817bb" providerId="ADAL" clId="{BBA967EF-23AA-4878-9800-0CF0505804D1}" dt="2026-08-07T07:50:42.079" v="3428" actId="26606"/>
          <ac:cxnSpMkLst>
            <pc:docMk/>
            <pc:sldMk cId="3746324433" sldId="2147483647"/>
            <ac:cxnSpMk id="36" creationId="{46F22CD3-7DCF-E338-756F-D682BF0FDBED}"/>
          </ac:cxnSpMkLst>
        </pc:cxnChg>
        <pc:cxnChg chg="mod">
          <ac:chgData name="Chen, Grace" userId="415c4dc7-4001-442c-a93a-60c9c3b817bb" providerId="ADAL" clId="{BBA967EF-23AA-4878-9800-0CF0505804D1}" dt="2026-08-07T07:50:42.079" v="3428" actId="26606"/>
          <ac:cxnSpMkLst>
            <pc:docMk/>
            <pc:sldMk cId="3746324433" sldId="2147483647"/>
            <ac:cxnSpMk id="43" creationId="{0E9EFA7C-0692-8B2B-AF4D-007AD8734AFB}"/>
          </ac:cxnSpMkLst>
        </pc:cxnChg>
        <pc:cxnChg chg="mod">
          <ac:chgData name="Chen, Grace" userId="415c4dc7-4001-442c-a93a-60c9c3b817bb" providerId="ADAL" clId="{BBA967EF-23AA-4878-9800-0CF0505804D1}" dt="2026-08-07T07:50:42.079" v="3428" actId="26606"/>
          <ac:cxnSpMkLst>
            <pc:docMk/>
            <pc:sldMk cId="3746324433" sldId="2147483647"/>
            <ac:cxnSpMk id="85" creationId="{9BA94246-68BA-5AC1-240E-34FCAB4C9E6C}"/>
          </ac:cxnSpMkLst>
        </pc:cxnChg>
      </pc:sldChg>
    </pc:docChg>
  </pc:docChgLst>
  <pc:docChgLst>
    <pc:chgData name="Fu, Jingchen" userId="S::jingchen.fu@iqvia.com::8944e6ea-3e1d-470c-9386-aa1916d2886a" providerId="AD" clId="Web-{84CC4AF2-DB08-A9A4-A224-73FE2B61B3B4}"/>
    <pc:docChg chg="modSld">
      <pc:chgData name="Fu, Jingchen" userId="S::jingchen.fu@iqvia.com::8944e6ea-3e1d-470c-9386-aa1916d2886a" providerId="AD" clId="Web-{84CC4AF2-DB08-A9A4-A224-73FE2B61B3B4}" dt="2026-08-12T05:56:37.368" v="827"/>
      <pc:docMkLst>
        <pc:docMk/>
      </pc:docMkLst>
      <pc:sldChg chg="modSp">
        <pc:chgData name="Fu, Jingchen" userId="S::jingchen.fu@iqvia.com::8944e6ea-3e1d-470c-9386-aa1916d2886a" providerId="AD" clId="Web-{84CC4AF2-DB08-A9A4-A224-73FE2B61B3B4}" dt="2026-08-12T03:00:14.006" v="171"/>
        <pc:sldMkLst>
          <pc:docMk/>
          <pc:sldMk cId="1326551904" sldId="257"/>
        </pc:sldMkLst>
        <pc:graphicFrameChg chg="mod modGraphic">
          <ac:chgData name="Fu, Jingchen" userId="S::jingchen.fu@iqvia.com::8944e6ea-3e1d-470c-9386-aa1916d2886a" providerId="AD" clId="Web-{84CC4AF2-DB08-A9A4-A224-73FE2B61B3B4}" dt="2026-08-12T03:00:14.006" v="171"/>
          <ac:graphicFrameMkLst>
            <pc:docMk/>
            <pc:sldMk cId="1326551904" sldId="257"/>
            <ac:graphicFrameMk id="50" creationId="{479A17F2-3DCC-3B70-A459-E35A9EAD414F}"/>
          </ac:graphicFrameMkLst>
        </pc:graphicFrameChg>
      </pc:sldChg>
      <pc:sldChg chg="addSp delSp modSp">
        <pc:chgData name="Fu, Jingchen" userId="S::jingchen.fu@iqvia.com::8944e6ea-3e1d-470c-9386-aa1916d2886a" providerId="AD" clId="Web-{84CC4AF2-DB08-A9A4-A224-73FE2B61B3B4}" dt="2026-08-12T02:48:08.541" v="82" actId="14100"/>
        <pc:sldMkLst>
          <pc:docMk/>
          <pc:sldMk cId="4068691034" sldId="258"/>
        </pc:sldMkLst>
        <pc:spChg chg="mod">
          <ac:chgData name="Fu, Jingchen" userId="S::jingchen.fu@iqvia.com::8944e6ea-3e1d-470c-9386-aa1916d2886a" providerId="AD" clId="Web-{84CC4AF2-DB08-A9A4-A224-73FE2B61B3B4}" dt="2026-08-12T02:47:42.602" v="75" actId="14100"/>
          <ac:spMkLst>
            <pc:docMk/>
            <pc:sldMk cId="4068691034" sldId="258"/>
            <ac:spMk id="18" creationId="{B153C3BD-4FEC-ECA9-FF9A-75B2023AA8D4}"/>
          </ac:spMkLst>
        </pc:spChg>
        <pc:spChg chg="mod">
          <ac:chgData name="Fu, Jingchen" userId="S::jingchen.fu@iqvia.com::8944e6ea-3e1d-470c-9386-aa1916d2886a" providerId="AD" clId="Web-{84CC4AF2-DB08-A9A4-A224-73FE2B61B3B4}" dt="2026-08-12T02:48:08.541" v="82" actId="14100"/>
          <ac:spMkLst>
            <pc:docMk/>
            <pc:sldMk cId="4068691034" sldId="258"/>
            <ac:spMk id="19" creationId="{657A6B10-F203-372D-350F-54D0487DD5F2}"/>
          </ac:spMkLst>
        </pc:spChg>
        <pc:spChg chg="add del mod">
          <ac:chgData name="Fu, Jingchen" userId="S::jingchen.fu@iqvia.com::8944e6ea-3e1d-470c-9386-aa1916d2886a" providerId="AD" clId="Web-{84CC4AF2-DB08-A9A4-A224-73FE2B61B3B4}" dt="2026-08-12T02:47:37.508" v="73" actId="1076"/>
          <ac:spMkLst>
            <pc:docMk/>
            <pc:sldMk cId="4068691034" sldId="258"/>
            <ac:spMk id="46" creationId="{7F646EFB-B633-925F-CE12-C38CD7D4D9C6}"/>
          </ac:spMkLst>
        </pc:spChg>
        <pc:spChg chg="mod">
          <ac:chgData name="Fu, Jingchen" userId="S::jingchen.fu@iqvia.com::8944e6ea-3e1d-470c-9386-aa1916d2886a" providerId="AD" clId="Web-{84CC4AF2-DB08-A9A4-A224-73FE2B61B3B4}" dt="2026-08-12T02:47:59.447" v="81" actId="14100"/>
          <ac:spMkLst>
            <pc:docMk/>
            <pc:sldMk cId="4068691034" sldId="258"/>
            <ac:spMk id="47" creationId="{EF248BA0-2CCB-BA58-AAE8-7A16A8CB9456}"/>
          </ac:spMkLst>
        </pc:spChg>
        <pc:spChg chg="mod">
          <ac:chgData name="Fu, Jingchen" userId="S::jingchen.fu@iqvia.com::8944e6ea-3e1d-470c-9386-aa1916d2886a" providerId="AD" clId="Web-{84CC4AF2-DB08-A9A4-A224-73FE2B61B3B4}" dt="2026-08-12T02:47:37.555" v="74" actId="1076"/>
          <ac:spMkLst>
            <pc:docMk/>
            <pc:sldMk cId="4068691034" sldId="258"/>
            <ac:spMk id="69" creationId="{D2F97718-C72A-613C-BB82-ACF0C8A85186}"/>
          </ac:spMkLst>
        </pc:spChg>
        <pc:spChg chg="mod">
          <ac:chgData name="Fu, Jingchen" userId="S::jingchen.fu@iqvia.com::8944e6ea-3e1d-470c-9386-aa1916d2886a" providerId="AD" clId="Web-{84CC4AF2-DB08-A9A4-A224-73FE2B61B3B4}" dt="2026-08-12T02:47:51.571" v="79" actId="1076"/>
          <ac:spMkLst>
            <pc:docMk/>
            <pc:sldMk cId="4068691034" sldId="258"/>
            <ac:spMk id="70" creationId="{A82BA9DF-737F-B8C1-027B-4674F74F1BD8}"/>
          </ac:spMkLst>
        </pc:spChg>
      </pc:sldChg>
      <pc:sldChg chg="modSp">
        <pc:chgData name="Fu, Jingchen" userId="S::jingchen.fu@iqvia.com::8944e6ea-3e1d-470c-9386-aa1916d2886a" providerId="AD" clId="Web-{84CC4AF2-DB08-A9A4-A224-73FE2B61B3B4}" dt="2026-08-12T03:19:52.421" v="321" actId="20577"/>
        <pc:sldMkLst>
          <pc:docMk/>
          <pc:sldMk cId="3098571899" sldId="263"/>
        </pc:sldMkLst>
        <pc:spChg chg="mod">
          <ac:chgData name="Fu, Jingchen" userId="S::jingchen.fu@iqvia.com::8944e6ea-3e1d-470c-9386-aa1916d2886a" providerId="AD" clId="Web-{84CC4AF2-DB08-A9A4-A224-73FE2B61B3B4}" dt="2026-08-12T03:19:52.421" v="321" actId="20577"/>
          <ac:spMkLst>
            <pc:docMk/>
            <pc:sldMk cId="3098571899" sldId="263"/>
            <ac:spMk id="59" creationId="{DF45B350-2553-E13E-C364-1874CC32F2C3}"/>
          </ac:spMkLst>
        </pc:spChg>
        <pc:spChg chg="mod">
          <ac:chgData name="Fu, Jingchen" userId="S::jingchen.fu@iqvia.com::8944e6ea-3e1d-470c-9386-aa1916d2886a" providerId="AD" clId="Web-{84CC4AF2-DB08-A9A4-A224-73FE2B61B3B4}" dt="2026-08-12T02:58:30.375" v="139" actId="20577"/>
          <ac:spMkLst>
            <pc:docMk/>
            <pc:sldMk cId="3098571899" sldId="263"/>
            <ac:spMk id="61" creationId="{7D87B49D-E4AC-8968-B06E-727FB54C5BC6}"/>
          </ac:spMkLst>
        </pc:spChg>
      </pc:sldChg>
      <pc:sldChg chg="modSp">
        <pc:chgData name="Fu, Jingchen" userId="S::jingchen.fu@iqvia.com::8944e6ea-3e1d-470c-9386-aa1916d2886a" providerId="AD" clId="Web-{84CC4AF2-DB08-A9A4-A224-73FE2B61B3B4}" dt="2026-08-12T02:57:25.871" v="122" actId="20577"/>
        <pc:sldMkLst>
          <pc:docMk/>
          <pc:sldMk cId="190421062" sldId="269"/>
        </pc:sldMkLst>
        <pc:spChg chg="mod">
          <ac:chgData name="Fu, Jingchen" userId="S::jingchen.fu@iqvia.com::8944e6ea-3e1d-470c-9386-aa1916d2886a" providerId="AD" clId="Web-{84CC4AF2-DB08-A9A4-A224-73FE2B61B3B4}" dt="2026-08-12T02:57:20.277" v="121" actId="20577"/>
          <ac:spMkLst>
            <pc:docMk/>
            <pc:sldMk cId="190421062" sldId="269"/>
            <ac:spMk id="32" creationId="{1B646C6A-7A1F-B2B9-257F-F0F644B261D4}"/>
          </ac:spMkLst>
        </pc:spChg>
      </pc:sldChg>
      <pc:sldChg chg="modSp modCm">
        <pc:chgData name="Fu, Jingchen" userId="S::jingchen.fu@iqvia.com::8944e6ea-3e1d-470c-9386-aa1916d2886a" providerId="AD" clId="Web-{84CC4AF2-DB08-A9A4-A224-73FE2B61B3B4}" dt="2026-08-12T05:56:37.368" v="827"/>
        <pc:sldMkLst>
          <pc:docMk/>
          <pc:sldMk cId="2086540380" sldId="278"/>
        </pc:sldMkLst>
        <pc:spChg chg="mod">
          <ac:chgData name="Fu, Jingchen" userId="S::jingchen.fu@iqvia.com::8944e6ea-3e1d-470c-9386-aa1916d2886a" providerId="AD" clId="Web-{84CC4AF2-DB08-A9A4-A224-73FE2B61B3B4}" dt="2026-08-12T05:56:32.492" v="825" actId="1076"/>
          <ac:spMkLst>
            <pc:docMk/>
            <pc:sldMk cId="2086540380" sldId="278"/>
            <ac:spMk id="4" creationId="{72293AFB-4DC2-E7DC-A1F2-EF6E5F5EC957}"/>
          </ac:spMkLst>
        </pc:spChg>
        <pc:spChg chg="mod">
          <ac:chgData name="Fu, Jingchen" userId="S::jingchen.fu@iqvia.com::8944e6ea-3e1d-470c-9386-aa1916d2886a" providerId="AD" clId="Web-{84CC4AF2-DB08-A9A4-A224-73FE2B61B3B4}" dt="2026-08-12T05:53:15.422" v="810" actId="20577"/>
          <ac:spMkLst>
            <pc:docMk/>
            <pc:sldMk cId="2086540380" sldId="278"/>
            <ac:spMk id="54" creationId="{05C6EC6A-436C-04DA-ED61-147F7B5277C4}"/>
          </ac:spMkLst>
        </pc:spChg>
        <pc:graphicFrameChg chg="modGraphic">
          <ac:chgData name="Fu, Jingchen" userId="S::jingchen.fu@iqvia.com::8944e6ea-3e1d-470c-9386-aa1916d2886a" providerId="AD" clId="Web-{84CC4AF2-DB08-A9A4-A224-73FE2B61B3B4}" dt="2026-08-12T05:56:37.368" v="827"/>
          <ac:graphicFrameMkLst>
            <pc:docMk/>
            <pc:sldMk cId="2086540380" sldId="278"/>
            <ac:graphicFrameMk id="8" creationId="{2BC88ED3-0CF7-5D14-C5E2-081DD7B04CF0}"/>
          </ac:graphicFrameMkLst>
        </pc:graphicFrameChg>
        <pc:graphicFrameChg chg="mod modGraphic">
          <ac:chgData name="Fu, Jingchen" userId="S::jingchen.fu@iqvia.com::8944e6ea-3e1d-470c-9386-aa1916d2886a" providerId="AD" clId="Web-{84CC4AF2-DB08-A9A4-A224-73FE2B61B3B4}" dt="2026-08-12T05:54:06.174" v="818" actId="1076"/>
          <ac:graphicFrameMkLst>
            <pc:docMk/>
            <pc:sldMk cId="2086540380" sldId="278"/>
            <ac:graphicFrameMk id="34" creationId="{AC9A662F-2E4A-5AE7-CC20-1306CC927317}"/>
          </ac:graphicFrameMkLst>
        </pc:graphicFrameChg>
        <pc:graphicFrameChg chg="mod modGraphic">
          <ac:chgData name="Fu, Jingchen" userId="S::jingchen.fu@iqvia.com::8944e6ea-3e1d-470c-9386-aa1916d2886a" providerId="AD" clId="Web-{84CC4AF2-DB08-A9A4-A224-73FE2B61B3B4}" dt="2026-08-12T05:56:14.929" v="824"/>
          <ac:graphicFrameMkLst>
            <pc:docMk/>
            <pc:sldMk cId="2086540380" sldId="278"/>
            <ac:graphicFrameMk id="53" creationId="{5D9564FB-781C-848A-7370-59663BD41E31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u, Jingchen" userId="S::jingchen.fu@iqvia.com::8944e6ea-3e1d-470c-9386-aa1916d2886a" providerId="AD" clId="Web-{84CC4AF2-DB08-A9A4-A224-73FE2B61B3B4}" dt="2026-08-12T05:53:27.391" v="814"/>
              <pc2:cmMkLst xmlns:pc2="http://schemas.microsoft.com/office/powerpoint/2019/9/main/command">
                <pc:docMk/>
                <pc:sldMk cId="2086540380" sldId="278"/>
                <pc2:cmMk id="{81407526-6B05-4E11-80E7-63115792AFBE}"/>
              </pc2:cmMkLst>
            </pc226:cmChg>
            <pc226:cmChg xmlns:pc226="http://schemas.microsoft.com/office/powerpoint/2022/06/main/command" chg="mod">
              <pc226:chgData name="Fu, Jingchen" userId="S::jingchen.fu@iqvia.com::8944e6ea-3e1d-470c-9386-aa1916d2886a" providerId="AD" clId="Web-{84CC4AF2-DB08-A9A4-A224-73FE2B61B3B4}" dt="2026-08-12T05:53:27.391" v="814"/>
              <pc2:cmMkLst xmlns:pc2="http://schemas.microsoft.com/office/powerpoint/2019/9/main/command">
                <pc:docMk/>
                <pc:sldMk cId="2086540380" sldId="278"/>
                <pc2:cmMk id="{F866F0C0-0F4D-49CD-A80D-E57388B14818}"/>
              </pc2:cmMkLst>
            </pc226:cmChg>
          </p:ext>
        </pc:extLst>
      </pc:sldChg>
    </pc:docChg>
  </pc:docChgLst>
  <pc:docChgLst>
    <pc:chgData name="Fu, Jingchen" userId="S::jingchen.fu@iqvia.com::8944e6ea-3e1d-470c-9386-aa1916d2886a" providerId="AD" clId="Web-{DB413630-1FF4-D081-EAF9-281F7A64F9B3}"/>
    <pc:docChg chg="modSld">
      <pc:chgData name="Fu, Jingchen" userId="S::jingchen.fu@iqvia.com::8944e6ea-3e1d-470c-9386-aa1916d2886a" providerId="AD" clId="Web-{DB413630-1FF4-D081-EAF9-281F7A64F9B3}" dt="2026-08-14T06:52:38.059" v="340"/>
      <pc:docMkLst>
        <pc:docMk/>
      </pc:docMkLst>
      <pc:sldChg chg="modSp">
        <pc:chgData name="Fu, Jingchen" userId="S::jingchen.fu@iqvia.com::8944e6ea-3e1d-470c-9386-aa1916d2886a" providerId="AD" clId="Web-{DB413630-1FF4-D081-EAF9-281F7A64F9B3}" dt="2026-08-14T06:52:38.059" v="340"/>
        <pc:sldMkLst>
          <pc:docMk/>
          <pc:sldMk cId="1326551904" sldId="257"/>
        </pc:sldMkLst>
        <pc:graphicFrameChg chg="mod modGraphic">
          <ac:chgData name="Fu, Jingchen" userId="S::jingchen.fu@iqvia.com::8944e6ea-3e1d-470c-9386-aa1916d2886a" providerId="AD" clId="Web-{DB413630-1FF4-D081-EAF9-281F7A64F9B3}" dt="2026-08-14T06:52:38.059" v="340"/>
          <ac:graphicFrameMkLst>
            <pc:docMk/>
            <pc:sldMk cId="1326551904" sldId="257"/>
            <ac:graphicFrameMk id="50" creationId="{479A17F2-3DCC-3B70-A459-E35A9EAD414F}"/>
          </ac:graphicFrameMkLst>
        </pc:graphicFrameChg>
      </pc:sldChg>
      <pc:sldChg chg="modSp">
        <pc:chgData name="Fu, Jingchen" userId="S::jingchen.fu@iqvia.com::8944e6ea-3e1d-470c-9386-aa1916d2886a" providerId="AD" clId="Web-{DB413630-1FF4-D081-EAF9-281F7A64F9B3}" dt="2026-08-13T10:06:37.227" v="331" actId="20577"/>
        <pc:sldMkLst>
          <pc:docMk/>
          <pc:sldMk cId="3527967435" sldId="259"/>
        </pc:sldMkLst>
        <pc:spChg chg="mod">
          <ac:chgData name="Fu, Jingchen" userId="S::jingchen.fu@iqvia.com::8944e6ea-3e1d-470c-9386-aa1916d2886a" providerId="AD" clId="Web-{DB413630-1FF4-D081-EAF9-281F7A64F9B3}" dt="2026-08-13T10:06:37.227" v="331" actId="20577"/>
          <ac:spMkLst>
            <pc:docMk/>
            <pc:sldMk cId="3527967435" sldId="259"/>
            <ac:spMk id="95" creationId="{C2D49E06-6CE4-161B-E654-A8AAB3837B97}"/>
          </ac:spMkLst>
        </pc:spChg>
      </pc:sldChg>
      <pc:sldChg chg="modSp">
        <pc:chgData name="Fu, Jingchen" userId="S::jingchen.fu@iqvia.com::8944e6ea-3e1d-470c-9386-aa1916d2886a" providerId="AD" clId="Web-{DB413630-1FF4-D081-EAF9-281F7A64F9B3}" dt="2026-08-14T03:57:23.959" v="332" actId="1076"/>
        <pc:sldMkLst>
          <pc:docMk/>
          <pc:sldMk cId="298183996" sldId="266"/>
        </pc:sldMkLst>
        <pc:spChg chg="mod">
          <ac:chgData name="Fu, Jingchen" userId="S::jingchen.fu@iqvia.com::8944e6ea-3e1d-470c-9386-aa1916d2886a" providerId="AD" clId="Web-{DB413630-1FF4-D081-EAF9-281F7A64F9B3}" dt="2026-08-14T03:57:23.959" v="332" actId="1076"/>
          <ac:spMkLst>
            <pc:docMk/>
            <pc:sldMk cId="298183996" sldId="266"/>
            <ac:spMk id="40" creationId="{8F6F91E7-BE82-406A-B6B2-7EEA0BE682F5}"/>
          </ac:spMkLst>
        </pc:spChg>
      </pc:sldChg>
      <pc:sldChg chg="modSp">
        <pc:chgData name="Fu, Jingchen" userId="S::jingchen.fu@iqvia.com::8944e6ea-3e1d-470c-9386-aa1916d2886a" providerId="AD" clId="Web-{DB413630-1FF4-D081-EAF9-281F7A64F9B3}" dt="2026-08-13T08:05:49.004" v="259"/>
        <pc:sldMkLst>
          <pc:docMk/>
          <pc:sldMk cId="2086540380" sldId="278"/>
        </pc:sldMkLst>
        <pc:spChg chg="mod">
          <ac:chgData name="Fu, Jingchen" userId="S::jingchen.fu@iqvia.com::8944e6ea-3e1d-470c-9386-aa1916d2886a" providerId="AD" clId="Web-{DB413630-1FF4-D081-EAF9-281F7A64F9B3}" dt="2026-08-13T06:09:04.047" v="64" actId="1076"/>
          <ac:spMkLst>
            <pc:docMk/>
            <pc:sldMk cId="2086540380" sldId="278"/>
            <ac:spMk id="11" creationId="{099DCA99-AE01-DB81-CB9C-356AC8BC2784}"/>
          </ac:spMkLst>
        </pc:spChg>
        <pc:spChg chg="mod">
          <ac:chgData name="Fu, Jingchen" userId="S::jingchen.fu@iqvia.com::8944e6ea-3e1d-470c-9386-aa1916d2886a" providerId="AD" clId="Web-{DB413630-1FF4-D081-EAF9-281F7A64F9B3}" dt="2026-08-13T08:05:36.363" v="239" actId="20577"/>
          <ac:spMkLst>
            <pc:docMk/>
            <pc:sldMk cId="2086540380" sldId="278"/>
            <ac:spMk id="54" creationId="{05C6EC6A-436C-04DA-ED61-147F7B5277C4}"/>
          </ac:spMkLst>
        </pc:spChg>
        <pc:graphicFrameChg chg="mod modGraphic">
          <ac:chgData name="Fu, Jingchen" userId="S::jingchen.fu@iqvia.com::8944e6ea-3e1d-470c-9386-aa1916d2886a" providerId="AD" clId="Web-{DB413630-1FF4-D081-EAF9-281F7A64F9B3}" dt="2026-08-13T08:05:49.004" v="259"/>
          <ac:graphicFrameMkLst>
            <pc:docMk/>
            <pc:sldMk cId="2086540380" sldId="278"/>
            <ac:graphicFrameMk id="53" creationId="{5D9564FB-781C-848A-7370-59663BD41E31}"/>
          </ac:graphicFrameMkLst>
        </pc:graphicFrameChg>
      </pc:sldChg>
      <pc:sldChg chg="modSp">
        <pc:chgData name="Fu, Jingchen" userId="S::jingchen.fu@iqvia.com::8944e6ea-3e1d-470c-9386-aa1916d2886a" providerId="AD" clId="Web-{DB413630-1FF4-D081-EAF9-281F7A64F9B3}" dt="2026-08-14T03:59:14.430" v="336" actId="20577"/>
        <pc:sldMkLst>
          <pc:docMk/>
          <pc:sldMk cId="1980095760" sldId="281"/>
        </pc:sldMkLst>
        <pc:spChg chg="mod">
          <ac:chgData name="Fu, Jingchen" userId="S::jingchen.fu@iqvia.com::8944e6ea-3e1d-470c-9386-aa1916d2886a" providerId="AD" clId="Web-{DB413630-1FF4-D081-EAF9-281F7A64F9B3}" dt="2026-08-14T03:59:14.430" v="336" actId="20577"/>
          <ac:spMkLst>
            <pc:docMk/>
            <pc:sldMk cId="1980095760" sldId="281"/>
            <ac:spMk id="12" creationId="{0E26FE21-3EE4-7F2B-31A0-D036C1B0B418}"/>
          </ac:spMkLst>
        </pc:spChg>
      </pc:sldChg>
      <pc:sldChg chg="addSp delSp modSp">
        <pc:chgData name="Fu, Jingchen" userId="S::jingchen.fu@iqvia.com::8944e6ea-3e1d-470c-9386-aa1916d2886a" providerId="AD" clId="Web-{DB413630-1FF4-D081-EAF9-281F7A64F9B3}" dt="2026-08-13T08:42:16.929" v="326"/>
        <pc:sldMkLst>
          <pc:docMk/>
          <pc:sldMk cId="1590646600" sldId="2147483615"/>
        </pc:sldMkLst>
        <pc:spChg chg="mod">
          <ac:chgData name="Fu, Jingchen" userId="S::jingchen.fu@iqvia.com::8944e6ea-3e1d-470c-9386-aa1916d2886a" providerId="AD" clId="Web-{DB413630-1FF4-D081-EAF9-281F7A64F9B3}" dt="2026-08-13T08:39:21.992" v="318" actId="20577"/>
          <ac:spMkLst>
            <pc:docMk/>
            <pc:sldMk cId="1590646600" sldId="2147483615"/>
            <ac:spMk id="19" creationId="{71C371CD-2D2A-F547-9CED-90B9E96219B7}"/>
          </ac:spMkLst>
        </pc:spChg>
        <pc:spChg chg="mod">
          <ac:chgData name="Fu, Jingchen" userId="S::jingchen.fu@iqvia.com::8944e6ea-3e1d-470c-9386-aa1916d2886a" providerId="AD" clId="Web-{DB413630-1FF4-D081-EAF9-281F7A64F9B3}" dt="2026-08-13T08:30:49.167" v="280" actId="20577"/>
          <ac:spMkLst>
            <pc:docMk/>
            <pc:sldMk cId="1590646600" sldId="2147483615"/>
            <ac:spMk id="75" creationId="{3810C8B3-71A9-462D-B519-381B4F835AC4}"/>
          </ac:spMkLst>
        </pc:spChg>
        <pc:spChg chg="mod">
          <ac:chgData name="Fu, Jingchen" userId="S::jingchen.fu@iqvia.com::8944e6ea-3e1d-470c-9386-aa1916d2886a" providerId="AD" clId="Web-{DB413630-1FF4-D081-EAF9-281F7A64F9B3}" dt="2026-08-13T08:30:28.230" v="267" actId="20577"/>
          <ac:spMkLst>
            <pc:docMk/>
            <pc:sldMk cId="1590646600" sldId="2147483615"/>
            <ac:spMk id="78" creationId="{3FBBDCD4-372A-A404-AA68-BBAB17ADF86D}"/>
          </ac:spMkLst>
        </pc:spChg>
        <pc:spChg chg="mod">
          <ac:chgData name="Fu, Jingchen" userId="S::jingchen.fu@iqvia.com::8944e6ea-3e1d-470c-9386-aa1916d2886a" providerId="AD" clId="Web-{DB413630-1FF4-D081-EAF9-281F7A64F9B3}" dt="2026-08-13T08:31:27.542" v="295" actId="20577"/>
          <ac:spMkLst>
            <pc:docMk/>
            <pc:sldMk cId="1590646600" sldId="2147483615"/>
            <ac:spMk id="82" creationId="{F31DF411-CF9B-71E9-C632-491A204A8403}"/>
          </ac:spMkLst>
        </pc:spChg>
        <pc:spChg chg="mod">
          <ac:chgData name="Fu, Jingchen" userId="S::jingchen.fu@iqvia.com::8944e6ea-3e1d-470c-9386-aa1916d2886a" providerId="AD" clId="Web-{DB413630-1FF4-D081-EAF9-281F7A64F9B3}" dt="2026-08-13T08:30:58.808" v="281" actId="20577"/>
          <ac:spMkLst>
            <pc:docMk/>
            <pc:sldMk cId="1590646600" sldId="2147483615"/>
            <ac:spMk id="86" creationId="{044E8457-99A7-83E6-37BB-7F9FD2D05261}"/>
          </ac:spMkLst>
        </pc:spChg>
        <pc:spChg chg="mod">
          <ac:chgData name="Fu, Jingchen" userId="S::jingchen.fu@iqvia.com::8944e6ea-3e1d-470c-9386-aa1916d2886a" providerId="AD" clId="Web-{DB413630-1FF4-D081-EAF9-281F7A64F9B3}" dt="2026-08-13T08:31:52.933" v="308" actId="20577"/>
          <ac:spMkLst>
            <pc:docMk/>
            <pc:sldMk cId="1590646600" sldId="2147483615"/>
            <ac:spMk id="90" creationId="{132D718E-1EFA-92F9-58F9-44AE84619510}"/>
          </ac:spMkLst>
        </pc:spChg>
        <pc:spChg chg="mod">
          <ac:chgData name="Fu, Jingchen" userId="S::jingchen.fu@iqvia.com::8944e6ea-3e1d-470c-9386-aa1916d2886a" providerId="AD" clId="Web-{DB413630-1FF4-D081-EAF9-281F7A64F9B3}" dt="2026-08-13T08:32:14.167" v="317" actId="20577"/>
          <ac:spMkLst>
            <pc:docMk/>
            <pc:sldMk cId="1590646600" sldId="2147483615"/>
            <ac:spMk id="96" creationId="{E1460896-57E7-21AC-7AFF-E1D10A10DFDC}"/>
          </ac:spMkLst>
        </pc:spChg>
        <pc:spChg chg="add del mod">
          <ac:chgData name="Fu, Jingchen" userId="S::jingchen.fu@iqvia.com::8944e6ea-3e1d-470c-9386-aa1916d2886a" providerId="AD" clId="Web-{DB413630-1FF4-D081-EAF9-281F7A64F9B3}" dt="2026-08-13T08:31:40.901" v="299" actId="20577"/>
          <ac:spMkLst>
            <pc:docMk/>
            <pc:sldMk cId="1590646600" sldId="2147483615"/>
            <ac:spMk id="101" creationId="{3184B521-7831-BFB4-56A2-0EB6FA2B1CDD}"/>
          </ac:spMkLst>
        </pc:spChg>
        <pc:graphicFrameChg chg="mod modGraphic">
          <ac:chgData name="Fu, Jingchen" userId="S::jingchen.fu@iqvia.com::8944e6ea-3e1d-470c-9386-aa1916d2886a" providerId="AD" clId="Web-{DB413630-1FF4-D081-EAF9-281F7A64F9B3}" dt="2026-08-13T08:42:16.929" v="326"/>
          <ac:graphicFrameMkLst>
            <pc:docMk/>
            <pc:sldMk cId="1590646600" sldId="2147483615"/>
            <ac:graphicFrameMk id="7" creationId="{AF064925-11E3-AF88-F0A0-9BE54C0F00DE}"/>
          </ac:graphicFrameMkLst>
        </pc:graphicFrameChg>
      </pc:sldChg>
      <pc:sldChg chg="modSp">
        <pc:chgData name="Fu, Jingchen" userId="S::jingchen.fu@iqvia.com::8944e6ea-3e1d-470c-9386-aa1916d2886a" providerId="AD" clId="Web-{DB413630-1FF4-D081-EAF9-281F7A64F9B3}" dt="2026-08-13T08:04:49.348" v="225" actId="20577"/>
        <pc:sldMkLst>
          <pc:docMk/>
          <pc:sldMk cId="2946797883" sldId="2147483646"/>
        </pc:sldMkLst>
        <pc:spChg chg="mod">
          <ac:chgData name="Fu, Jingchen" userId="S::jingchen.fu@iqvia.com::8944e6ea-3e1d-470c-9386-aa1916d2886a" providerId="AD" clId="Web-{DB413630-1FF4-D081-EAF9-281F7A64F9B3}" dt="2026-08-13T08:04:49.348" v="225" actId="20577"/>
          <ac:spMkLst>
            <pc:docMk/>
            <pc:sldMk cId="2946797883" sldId="2147483646"/>
            <ac:spMk id="11" creationId="{A05D9706-9128-49FC-7A0B-B0CF8E873E62}"/>
          </ac:spMkLst>
        </pc:spChg>
        <pc:graphicFrameChg chg="mod modGraphic">
          <ac:chgData name="Fu, Jingchen" userId="S::jingchen.fu@iqvia.com::8944e6ea-3e1d-470c-9386-aa1916d2886a" providerId="AD" clId="Web-{DB413630-1FF4-D081-EAF9-281F7A64F9B3}" dt="2026-08-13T08:04:20.504" v="208"/>
          <ac:graphicFrameMkLst>
            <pc:docMk/>
            <pc:sldMk cId="2946797883" sldId="2147483646"/>
            <ac:graphicFrameMk id="110" creationId="{6AA7B340-5AE2-DE47-EBD5-A145B1EF40D2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73CA9-1055-42A3-B594-495440F8B30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0C52C-09A1-4F6C-8270-8FA0D8B8D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5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5.emf"/><Relationship Id="rId5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5" Type="http://schemas.openxmlformats.org/officeDocument/2006/relationships/image" Target="../media/image3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4.emf"/><Relationship Id="rId6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svg"/><Relationship Id="rId3" Type="http://schemas.openxmlformats.org/officeDocument/2006/relationships/image" Target="../media/image1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4-0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B76970-59B0-02CE-F0CF-5DF2129D58B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5000">
                <a:srgbClr val="140B42"/>
              </a:gs>
              <a:gs pos="80000">
                <a:srgbClr val="005587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5948681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5948681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</a:t>
            </a:r>
            <a:br>
              <a:rPr lang="en-US"/>
            </a:br>
            <a:r>
              <a:rPr lang="en-US"/>
              <a:t>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5948681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7CB88CE-AFAB-3162-5EFA-DACFAECFC82B}"/>
              </a:ext>
            </a:extLst>
          </p:cNvPr>
          <p:cNvSpPr/>
          <p:nvPr userDrawn="1"/>
        </p:nvSpPr>
        <p:spPr>
          <a:xfrm rot="16200000">
            <a:off x="10172703" y="704015"/>
            <a:ext cx="877958" cy="316064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78BBCD43-EEDD-17C3-B8E4-320E6ECA340F}"/>
              </a:ext>
            </a:extLst>
          </p:cNvPr>
          <p:cNvSpPr/>
          <p:nvPr userDrawn="1"/>
        </p:nvSpPr>
        <p:spPr>
          <a:xfrm rot="16200000">
            <a:off x="10741443" y="4899986"/>
            <a:ext cx="877958" cy="202316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C34CDE1-031B-F659-37E6-092E1C8890F5}"/>
              </a:ext>
            </a:extLst>
          </p:cNvPr>
          <p:cNvSpPr/>
          <p:nvPr userDrawn="1"/>
        </p:nvSpPr>
        <p:spPr>
          <a:xfrm rot="16200000">
            <a:off x="7833691" y="1545530"/>
            <a:ext cx="3591342" cy="51252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C8515-986E-A47F-4BDA-CED96BF08D65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F0223E2A-EF00-0A08-DA2A-FCB4BDA5AE23}"/>
              </a:ext>
            </a:extLst>
          </p:cNvPr>
          <p:cNvSpPr/>
          <p:nvPr userDrawn="1"/>
        </p:nvSpPr>
        <p:spPr>
          <a:xfrm rot="16200000">
            <a:off x="9058253" y="2934275"/>
            <a:ext cx="877958" cy="5389536"/>
          </a:xfrm>
          <a:custGeom>
            <a:avLst/>
            <a:gdLst>
              <a:gd name="connsiteX0" fmla="*/ 438979 w 877958"/>
              <a:gd name="connsiteY0" fmla="*/ 0 h 5389536"/>
              <a:gd name="connsiteX1" fmla="*/ 438979 w 877958"/>
              <a:gd name="connsiteY1" fmla="*/ 0 h 5389536"/>
              <a:gd name="connsiteX2" fmla="*/ 877958 w 877958"/>
              <a:gd name="connsiteY2" fmla="*/ 438979 h 5389536"/>
              <a:gd name="connsiteX3" fmla="*/ 877958 w 877958"/>
              <a:gd name="connsiteY3" fmla="*/ 5389536 h 5389536"/>
              <a:gd name="connsiteX4" fmla="*/ 877958 w 877958"/>
              <a:gd name="connsiteY4" fmla="*/ 5389536 h 5389536"/>
              <a:gd name="connsiteX5" fmla="*/ 0 w 877958"/>
              <a:gd name="connsiteY5" fmla="*/ 5389536 h 5389536"/>
              <a:gd name="connsiteX6" fmla="*/ 0 w 877958"/>
              <a:gd name="connsiteY6" fmla="*/ 5389536 h 5389536"/>
              <a:gd name="connsiteX7" fmla="*/ 0 w 877958"/>
              <a:gd name="connsiteY7" fmla="*/ 438979 h 5389536"/>
              <a:gd name="connsiteX8" fmla="*/ 438979 w 877958"/>
              <a:gd name="connsiteY8" fmla="*/ 0 h 5389536"/>
              <a:gd name="connsiteX0" fmla="*/ 0 w 877958"/>
              <a:gd name="connsiteY0" fmla="*/ 5389536 h 5480976"/>
              <a:gd name="connsiteX1" fmla="*/ 0 w 877958"/>
              <a:gd name="connsiteY1" fmla="*/ 438979 h 5480976"/>
              <a:gd name="connsiteX2" fmla="*/ 438979 w 877958"/>
              <a:gd name="connsiteY2" fmla="*/ 0 h 5480976"/>
              <a:gd name="connsiteX3" fmla="*/ 438979 w 877958"/>
              <a:gd name="connsiteY3" fmla="*/ 0 h 5480976"/>
              <a:gd name="connsiteX4" fmla="*/ 877958 w 877958"/>
              <a:gd name="connsiteY4" fmla="*/ 438979 h 5480976"/>
              <a:gd name="connsiteX5" fmla="*/ 877958 w 877958"/>
              <a:gd name="connsiteY5" fmla="*/ 5389536 h 5480976"/>
              <a:gd name="connsiteX6" fmla="*/ 877958 w 877958"/>
              <a:gd name="connsiteY6" fmla="*/ 5389536 h 5480976"/>
              <a:gd name="connsiteX7" fmla="*/ 0 w 877958"/>
              <a:gd name="connsiteY7" fmla="*/ 5389536 h 5480976"/>
              <a:gd name="connsiteX8" fmla="*/ 91440 w 877958"/>
              <a:gd name="connsiteY8" fmla="*/ 5480976 h 5480976"/>
              <a:gd name="connsiteX0" fmla="*/ 0 w 877958"/>
              <a:gd name="connsiteY0" fmla="*/ 5389536 h 5389536"/>
              <a:gd name="connsiteX1" fmla="*/ 0 w 877958"/>
              <a:gd name="connsiteY1" fmla="*/ 438979 h 5389536"/>
              <a:gd name="connsiteX2" fmla="*/ 438979 w 877958"/>
              <a:gd name="connsiteY2" fmla="*/ 0 h 5389536"/>
              <a:gd name="connsiteX3" fmla="*/ 438979 w 877958"/>
              <a:gd name="connsiteY3" fmla="*/ 0 h 5389536"/>
              <a:gd name="connsiteX4" fmla="*/ 877958 w 877958"/>
              <a:gd name="connsiteY4" fmla="*/ 438979 h 5389536"/>
              <a:gd name="connsiteX5" fmla="*/ 877958 w 877958"/>
              <a:gd name="connsiteY5" fmla="*/ 5389536 h 5389536"/>
              <a:gd name="connsiteX6" fmla="*/ 877958 w 877958"/>
              <a:gd name="connsiteY6" fmla="*/ 5389536 h 5389536"/>
              <a:gd name="connsiteX7" fmla="*/ 0 w 877958"/>
              <a:gd name="connsiteY7" fmla="*/ 5389536 h 5389536"/>
              <a:gd name="connsiteX0" fmla="*/ 0 w 877958"/>
              <a:gd name="connsiteY0" fmla="*/ 5389536 h 5389536"/>
              <a:gd name="connsiteX1" fmla="*/ 0 w 877958"/>
              <a:gd name="connsiteY1" fmla="*/ 438979 h 5389536"/>
              <a:gd name="connsiteX2" fmla="*/ 438979 w 877958"/>
              <a:gd name="connsiteY2" fmla="*/ 0 h 5389536"/>
              <a:gd name="connsiteX3" fmla="*/ 438979 w 877958"/>
              <a:gd name="connsiteY3" fmla="*/ 0 h 5389536"/>
              <a:gd name="connsiteX4" fmla="*/ 877958 w 877958"/>
              <a:gd name="connsiteY4" fmla="*/ 438979 h 5389536"/>
              <a:gd name="connsiteX5" fmla="*/ 877958 w 877958"/>
              <a:gd name="connsiteY5" fmla="*/ 5389536 h 5389536"/>
              <a:gd name="connsiteX6" fmla="*/ 877958 w 877958"/>
              <a:gd name="connsiteY6" fmla="*/ 5389536 h 538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7958" h="5389536">
                <a:moveTo>
                  <a:pt x="0" y="5389536"/>
                </a:moveTo>
                <a:lnTo>
                  <a:pt x="0" y="438979"/>
                </a:lnTo>
                <a:cubicBezTo>
                  <a:pt x="0" y="196538"/>
                  <a:pt x="196538" y="0"/>
                  <a:pt x="438979" y="0"/>
                </a:cubicBezTo>
                <a:lnTo>
                  <a:pt x="438979" y="0"/>
                </a:lnTo>
                <a:cubicBezTo>
                  <a:pt x="681420" y="0"/>
                  <a:pt x="877958" y="196538"/>
                  <a:pt x="877958" y="438979"/>
                </a:cubicBezTo>
                <a:lnTo>
                  <a:pt x="877958" y="5389536"/>
                </a:lnTo>
                <a:lnTo>
                  <a:pt x="877958" y="5389536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25B28D-E9A6-1255-B443-7613304201B6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1709"/>
          <a:stretch/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024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608" y="4175059"/>
            <a:ext cx="6245751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45751" cy="2084832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45751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6E9086A-E529-2788-B0E4-EFA79D0E2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1F4E818-2A83-7489-FE1B-DC8FFF233719}"/>
              </a:ext>
            </a:extLst>
          </p:cNvPr>
          <p:cNvSpPr/>
          <p:nvPr userDrawn="1"/>
        </p:nvSpPr>
        <p:spPr>
          <a:xfrm rot="900000">
            <a:off x="7116823" y="-191976"/>
            <a:ext cx="1244450" cy="1815506"/>
          </a:xfrm>
          <a:custGeom>
            <a:avLst/>
            <a:gdLst>
              <a:gd name="connsiteX0" fmla="*/ 0 w 1244450"/>
              <a:gd name="connsiteY0" fmla="*/ 333449 h 1815506"/>
              <a:gd name="connsiteX1" fmla="*/ 1244450 w 1244450"/>
              <a:gd name="connsiteY1" fmla="*/ 0 h 1815506"/>
              <a:gd name="connsiteX2" fmla="*/ 1244450 w 1244450"/>
              <a:gd name="connsiteY2" fmla="*/ 1193281 h 1815506"/>
              <a:gd name="connsiteX3" fmla="*/ 622225 w 1244450"/>
              <a:gd name="connsiteY3" fmla="*/ 1815506 h 1815506"/>
              <a:gd name="connsiteX4" fmla="*/ 0 w 1244450"/>
              <a:gd name="connsiteY4" fmla="*/ 1193281 h 1815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450" h="1815506">
                <a:moveTo>
                  <a:pt x="0" y="333449"/>
                </a:moveTo>
                <a:lnTo>
                  <a:pt x="1244450" y="0"/>
                </a:lnTo>
                <a:lnTo>
                  <a:pt x="1244450" y="1193281"/>
                </a:lnTo>
                <a:cubicBezTo>
                  <a:pt x="1244450" y="1536926"/>
                  <a:pt x="965870" y="1815506"/>
                  <a:pt x="622225" y="1815506"/>
                </a:cubicBezTo>
                <a:cubicBezTo>
                  <a:pt x="278580" y="1815506"/>
                  <a:pt x="0" y="1536926"/>
                  <a:pt x="0" y="1193281"/>
                </a:cubicBezTo>
                <a:close/>
              </a:path>
            </a:pathLst>
          </a:custGeom>
          <a:gradFill>
            <a:gsLst>
              <a:gs pos="20000">
                <a:srgbClr val="140B42"/>
              </a:gs>
              <a:gs pos="80000">
                <a:schemeClr val="accent2"/>
              </a:gs>
            </a:gsLst>
            <a:lin ang="5400000" scaled="1"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213A8D0-50D2-BE07-C33B-5280FE4232B0}"/>
              </a:ext>
            </a:extLst>
          </p:cNvPr>
          <p:cNvSpPr/>
          <p:nvPr userDrawn="1"/>
        </p:nvSpPr>
        <p:spPr>
          <a:xfrm rot="900000">
            <a:off x="11384415" y="4422162"/>
            <a:ext cx="1089824" cy="2621535"/>
          </a:xfrm>
          <a:custGeom>
            <a:avLst/>
            <a:gdLst>
              <a:gd name="connsiteX0" fmla="*/ 465632 w 1089824"/>
              <a:gd name="connsiteY0" fmla="*/ 0 h 2621535"/>
              <a:gd name="connsiteX1" fmla="*/ 1089824 w 1089824"/>
              <a:gd name="connsiteY1" fmla="*/ 2329517 h 2621535"/>
              <a:gd name="connsiteX2" fmla="*/ 0 w 1089824"/>
              <a:gd name="connsiteY2" fmla="*/ 2621535 h 2621535"/>
              <a:gd name="connsiteX3" fmla="*/ 0 w 1089824"/>
              <a:gd name="connsiteY3" fmla="*/ 596865 h 2621535"/>
              <a:gd name="connsiteX4" fmla="*/ 377494 w 1089824"/>
              <a:gd name="connsiteY4" fmla="*/ 27359 h 26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24" h="2621535">
                <a:moveTo>
                  <a:pt x="465632" y="0"/>
                </a:moveTo>
                <a:lnTo>
                  <a:pt x="1089824" y="2329517"/>
                </a:lnTo>
                <a:lnTo>
                  <a:pt x="0" y="2621535"/>
                </a:lnTo>
                <a:lnTo>
                  <a:pt x="0" y="596865"/>
                </a:lnTo>
                <a:cubicBezTo>
                  <a:pt x="0" y="340849"/>
                  <a:pt x="155656" y="121189"/>
                  <a:pt x="377494" y="27359"/>
                </a:cubicBezTo>
                <a:close/>
              </a:path>
            </a:pathLst>
          </a:custGeom>
          <a:gradFill flip="none" rotWithShape="1">
            <a:gsLst>
              <a:gs pos="20000">
                <a:schemeClr val="accent2"/>
              </a:gs>
              <a:gs pos="80000">
                <a:srgbClr val="140B42"/>
              </a:gs>
            </a:gsLst>
            <a:lin ang="5400000" scaled="1"/>
            <a:tileRect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CA7F2F6-48FC-1B44-89F9-84682C0ED811}"/>
              </a:ext>
            </a:extLst>
          </p:cNvPr>
          <p:cNvSpPr/>
          <p:nvPr userDrawn="1"/>
        </p:nvSpPr>
        <p:spPr>
          <a:xfrm rot="900000">
            <a:off x="7841778" y="-500135"/>
            <a:ext cx="3914186" cy="7999940"/>
          </a:xfrm>
          <a:custGeom>
            <a:avLst/>
            <a:gdLst>
              <a:gd name="connsiteX0" fmla="*/ 3362855 w 3914186"/>
              <a:gd name="connsiteY0" fmla="*/ 0 h 7999940"/>
              <a:gd name="connsiteX1" fmla="*/ 3914186 w 3914186"/>
              <a:gd name="connsiteY1" fmla="*/ 2057597 h 7999940"/>
              <a:gd name="connsiteX2" fmla="*/ 3914185 w 3914186"/>
              <a:gd name="connsiteY2" fmla="*/ 6952194 h 7999940"/>
              <a:gd name="connsiteX3" fmla="*/ 3947 w 3914186"/>
              <a:gd name="connsiteY3" fmla="*/ 7999940 h 7999940"/>
              <a:gd name="connsiteX4" fmla="*/ 0 w 3914186"/>
              <a:gd name="connsiteY4" fmla="*/ 7921778 h 7999940"/>
              <a:gd name="connsiteX5" fmla="*/ 1 w 3914186"/>
              <a:gd name="connsiteY5" fmla="*/ 901074 h 799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4186" h="7999940">
                <a:moveTo>
                  <a:pt x="3362855" y="0"/>
                </a:moveTo>
                <a:lnTo>
                  <a:pt x="3914186" y="2057597"/>
                </a:lnTo>
                <a:lnTo>
                  <a:pt x="3914185" y="6952194"/>
                </a:lnTo>
                <a:lnTo>
                  <a:pt x="3947" y="7999940"/>
                </a:lnTo>
                <a:lnTo>
                  <a:pt x="0" y="7921778"/>
                </a:lnTo>
                <a:lnTo>
                  <a:pt x="1" y="901074"/>
                </a:lnTo>
                <a:close/>
              </a:path>
            </a:pathLst>
          </a:custGeom>
          <a:solidFill>
            <a:schemeClr val="accent2"/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950733-D386-D461-6995-42A6097FF11E}"/>
              </a:ext>
            </a:extLst>
          </p:cNvPr>
          <p:cNvSpPr txBox="1"/>
          <p:nvPr userDrawn="1"/>
        </p:nvSpPr>
        <p:spPr bwMode="black">
          <a:xfrm>
            <a:off x="613608" y="6367152"/>
            <a:ext cx="4495800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</p:spTree>
    <p:extLst>
      <p:ext uri="{BB962C8B-B14F-4D97-AF65-F5344CB8AC3E}">
        <p14:creationId xmlns:p14="http://schemas.microsoft.com/office/powerpoint/2010/main" val="346861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4-03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008FDF6-6C42-435C-8ABA-FDA3F0DFE0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5995852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5995852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5995852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8BCC127-A4D6-48D0-A944-3E354801CDCC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1709"/>
          <a:stretch/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455B4A9-C2C4-4D4B-B5A6-E3BB93F31793}"/>
              </a:ext>
            </a:extLst>
          </p:cNvPr>
          <p:cNvSpPr/>
          <p:nvPr userDrawn="1"/>
        </p:nvSpPr>
        <p:spPr>
          <a:xfrm rot="18880191">
            <a:off x="7003968" y="958724"/>
            <a:ext cx="5766811" cy="1634831"/>
          </a:xfrm>
          <a:custGeom>
            <a:avLst/>
            <a:gdLst>
              <a:gd name="connsiteX0" fmla="*/ 7130190 w 7130190"/>
              <a:gd name="connsiteY0" fmla="*/ 1494581 h 2021334"/>
              <a:gd name="connsiteX1" fmla="*/ 6597331 w 7130190"/>
              <a:gd name="connsiteY1" fmla="*/ 2021334 h 2021334"/>
              <a:gd name="connsiteX2" fmla="*/ 1010667 w 7130190"/>
              <a:gd name="connsiteY2" fmla="*/ 2021334 h 2021334"/>
              <a:gd name="connsiteX3" fmla="*/ 0 w 7130190"/>
              <a:gd name="connsiteY3" fmla="*/ 1010667 h 2021334"/>
              <a:gd name="connsiteX4" fmla="*/ 1010667 w 7130190"/>
              <a:gd name="connsiteY4" fmla="*/ 0 h 2021334"/>
              <a:gd name="connsiteX5" fmla="*/ 5652735 w 7130190"/>
              <a:gd name="connsiteY5" fmla="*/ 0 h 2021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30190" h="2021334">
                <a:moveTo>
                  <a:pt x="7130190" y="1494581"/>
                </a:moveTo>
                <a:lnTo>
                  <a:pt x="6597331" y="2021334"/>
                </a:lnTo>
                <a:lnTo>
                  <a:pt x="1010667" y="2021334"/>
                </a:lnTo>
                <a:cubicBezTo>
                  <a:pt x="452491" y="2021334"/>
                  <a:pt x="0" y="1568843"/>
                  <a:pt x="0" y="1010667"/>
                </a:cubicBezTo>
                <a:cubicBezTo>
                  <a:pt x="0" y="452491"/>
                  <a:pt x="452491" y="0"/>
                  <a:pt x="1010667" y="0"/>
                </a:cubicBezTo>
                <a:lnTo>
                  <a:pt x="56527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45EF4D-5A59-0033-22CE-A967C3343CEA}"/>
              </a:ext>
            </a:extLst>
          </p:cNvPr>
          <p:cNvSpPr/>
          <p:nvPr userDrawn="1"/>
        </p:nvSpPr>
        <p:spPr>
          <a:xfrm rot="18880191">
            <a:off x="8499307" y="2355298"/>
            <a:ext cx="2930426" cy="88778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4CC37FF-6C44-F059-2F5F-95F30D6AF64C}"/>
              </a:ext>
            </a:extLst>
          </p:cNvPr>
          <p:cNvSpPr/>
          <p:nvPr userDrawn="1"/>
        </p:nvSpPr>
        <p:spPr>
          <a:xfrm rot="18880191">
            <a:off x="8572095" y="74113"/>
            <a:ext cx="2335382" cy="887781"/>
          </a:xfrm>
          <a:custGeom>
            <a:avLst/>
            <a:gdLst>
              <a:gd name="connsiteX0" fmla="*/ 1802418 w 2887509"/>
              <a:gd name="connsiteY0" fmla="*/ 0 h 1097669"/>
              <a:gd name="connsiteX1" fmla="*/ 2887509 w 2887509"/>
              <a:gd name="connsiteY1" fmla="*/ 1097669 h 1097669"/>
              <a:gd name="connsiteX2" fmla="*/ 548834 w 2887509"/>
              <a:gd name="connsiteY2" fmla="*/ 1097668 h 1097669"/>
              <a:gd name="connsiteX3" fmla="*/ 0 w 2887509"/>
              <a:gd name="connsiteY3" fmla="*/ 548834 h 1097669"/>
              <a:gd name="connsiteX4" fmla="*/ 548834 w 2887509"/>
              <a:gd name="connsiteY4" fmla="*/ 0 h 1097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7509" h="1097669">
                <a:moveTo>
                  <a:pt x="1802418" y="0"/>
                </a:moveTo>
                <a:lnTo>
                  <a:pt x="2887509" y="1097669"/>
                </a:lnTo>
                <a:lnTo>
                  <a:pt x="548834" y="1097668"/>
                </a:lnTo>
                <a:cubicBezTo>
                  <a:pt x="245721" y="1097668"/>
                  <a:pt x="0" y="851947"/>
                  <a:pt x="0" y="548834"/>
                </a:cubicBezTo>
                <a:cubicBezTo>
                  <a:pt x="0" y="245721"/>
                  <a:pt x="245721" y="0"/>
                  <a:pt x="5488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69183B-EF09-DEB8-DBB1-EE99DD036764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C475A6-CE10-0E6A-2700-525C57FA92F3}"/>
              </a:ext>
            </a:extLst>
          </p:cNvPr>
          <p:cNvSpPr>
            <a:spLocks/>
          </p:cNvSpPr>
          <p:nvPr userDrawn="1"/>
        </p:nvSpPr>
        <p:spPr bwMode="auto">
          <a:xfrm rot="2700000">
            <a:off x="9437387" y="536223"/>
            <a:ext cx="3931862" cy="3934695"/>
          </a:xfrm>
          <a:custGeom>
            <a:avLst/>
            <a:gdLst>
              <a:gd name="connsiteX0" fmla="*/ 382156 w 3931862"/>
              <a:gd name="connsiteY0" fmla="*/ 10539 h 3934695"/>
              <a:gd name="connsiteX1" fmla="*/ 384583 w 3931862"/>
              <a:gd name="connsiteY1" fmla="*/ 9785 h 3934695"/>
              <a:gd name="connsiteX2" fmla="*/ 481653 w 3931862"/>
              <a:gd name="connsiteY2" fmla="*/ 0 h 3934695"/>
              <a:gd name="connsiteX3" fmla="*/ 1113950 w 3931862"/>
              <a:gd name="connsiteY3" fmla="*/ 0 h 3934695"/>
              <a:gd name="connsiteX4" fmla="*/ 3931862 w 3931862"/>
              <a:gd name="connsiteY4" fmla="*/ 2817912 h 3934695"/>
              <a:gd name="connsiteX5" fmla="*/ 3931862 w 3931862"/>
              <a:gd name="connsiteY5" fmla="*/ 3453042 h 3934695"/>
              <a:gd name="connsiteX6" fmla="*/ 3450209 w 3931862"/>
              <a:gd name="connsiteY6" fmla="*/ 3934695 h 3934695"/>
              <a:gd name="connsiteX7" fmla="*/ 481653 w 3931862"/>
              <a:gd name="connsiteY7" fmla="*/ 3934695 h 3934695"/>
              <a:gd name="connsiteX8" fmla="*/ 0 w 3931862"/>
              <a:gd name="connsiteY8" fmla="*/ 3453042 h 3934695"/>
              <a:gd name="connsiteX9" fmla="*/ 0 w 3931862"/>
              <a:gd name="connsiteY9" fmla="*/ 481653 h 3934695"/>
              <a:gd name="connsiteX10" fmla="*/ 9786 w 3931862"/>
              <a:gd name="connsiteY10" fmla="*/ 384583 h 3934695"/>
              <a:gd name="connsiteX11" fmla="*/ 10539 w 3931862"/>
              <a:gd name="connsiteY11" fmla="*/ 382157 h 3934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31862" h="3934695">
                <a:moveTo>
                  <a:pt x="382156" y="10539"/>
                </a:moveTo>
                <a:lnTo>
                  <a:pt x="384583" y="9785"/>
                </a:lnTo>
                <a:cubicBezTo>
                  <a:pt x="415937" y="3370"/>
                  <a:pt x="448402" y="0"/>
                  <a:pt x="481653" y="0"/>
                </a:cubicBezTo>
                <a:lnTo>
                  <a:pt x="1113950" y="0"/>
                </a:lnTo>
                <a:lnTo>
                  <a:pt x="3931862" y="2817912"/>
                </a:lnTo>
                <a:lnTo>
                  <a:pt x="3931862" y="3453042"/>
                </a:lnTo>
                <a:cubicBezTo>
                  <a:pt x="3931862" y="3719052"/>
                  <a:pt x="3716219" y="3934695"/>
                  <a:pt x="3450209" y="3934695"/>
                </a:cubicBezTo>
                <a:lnTo>
                  <a:pt x="481653" y="3934695"/>
                </a:lnTo>
                <a:cubicBezTo>
                  <a:pt x="215643" y="3934695"/>
                  <a:pt x="0" y="3719052"/>
                  <a:pt x="0" y="3453042"/>
                </a:cubicBezTo>
                <a:lnTo>
                  <a:pt x="0" y="481653"/>
                </a:lnTo>
                <a:cubicBezTo>
                  <a:pt x="0" y="448402"/>
                  <a:pt x="3369" y="415937"/>
                  <a:pt x="9786" y="384583"/>
                </a:cubicBezTo>
                <a:lnTo>
                  <a:pt x="10539" y="38215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4012F6A-325E-BA05-9E6A-DBAD18E7D956}"/>
              </a:ext>
            </a:extLst>
          </p:cNvPr>
          <p:cNvSpPr>
            <a:spLocks/>
          </p:cNvSpPr>
          <p:nvPr userDrawn="1"/>
        </p:nvSpPr>
        <p:spPr bwMode="auto">
          <a:xfrm rot="2700000">
            <a:off x="10223690" y="810799"/>
            <a:ext cx="3785617" cy="3568117"/>
          </a:xfrm>
          <a:custGeom>
            <a:avLst/>
            <a:gdLst>
              <a:gd name="connsiteX0" fmla="*/ 105591 w 3804547"/>
              <a:gd name="connsiteY0" fmla="*/ 0 h 3701473"/>
              <a:gd name="connsiteX1" fmla="*/ 3804547 w 3804547"/>
              <a:gd name="connsiteY1" fmla="*/ 3698955 h 3701473"/>
              <a:gd name="connsiteX2" fmla="*/ 3779576 w 3804547"/>
              <a:gd name="connsiteY2" fmla="*/ 3701473 h 3701473"/>
              <a:gd name="connsiteX3" fmla="*/ 501834 w 3804547"/>
              <a:gd name="connsiteY3" fmla="*/ 3701473 h 3701473"/>
              <a:gd name="connsiteX4" fmla="*/ 0 w 3804547"/>
              <a:gd name="connsiteY4" fmla="*/ 3199639 h 3701473"/>
              <a:gd name="connsiteX5" fmla="*/ 0 w 3804547"/>
              <a:gd name="connsiteY5" fmla="*/ 106703 h 3701473"/>
              <a:gd name="connsiteX6" fmla="*/ 125 w 3804547"/>
              <a:gd name="connsiteY6" fmla="*/ 105466 h 3701473"/>
              <a:gd name="connsiteX0" fmla="*/ 105591 w 3804547"/>
              <a:gd name="connsiteY0" fmla="*/ 0 h 3701473"/>
              <a:gd name="connsiteX1" fmla="*/ 3804547 w 3804547"/>
              <a:gd name="connsiteY1" fmla="*/ 3698955 h 3701473"/>
              <a:gd name="connsiteX2" fmla="*/ 3779576 w 3804547"/>
              <a:gd name="connsiteY2" fmla="*/ 3701473 h 3701473"/>
              <a:gd name="connsiteX3" fmla="*/ 501834 w 3804547"/>
              <a:gd name="connsiteY3" fmla="*/ 3701473 h 3701473"/>
              <a:gd name="connsiteX4" fmla="*/ 0 w 3804547"/>
              <a:gd name="connsiteY4" fmla="*/ 3199639 h 3701473"/>
              <a:gd name="connsiteX5" fmla="*/ 0 w 3804547"/>
              <a:gd name="connsiteY5" fmla="*/ 106703 h 3701473"/>
              <a:gd name="connsiteX6" fmla="*/ 125 w 3804547"/>
              <a:gd name="connsiteY6" fmla="*/ 105466 h 3701473"/>
              <a:gd name="connsiteX7" fmla="*/ 197031 w 3804547"/>
              <a:gd name="connsiteY7" fmla="*/ 91440 h 3701473"/>
              <a:gd name="connsiteX0" fmla="*/ 105591 w 3804547"/>
              <a:gd name="connsiteY0" fmla="*/ 0 h 3701473"/>
              <a:gd name="connsiteX1" fmla="*/ 3804547 w 3804547"/>
              <a:gd name="connsiteY1" fmla="*/ 3698955 h 3701473"/>
              <a:gd name="connsiteX2" fmla="*/ 3779576 w 3804547"/>
              <a:gd name="connsiteY2" fmla="*/ 3701473 h 3701473"/>
              <a:gd name="connsiteX3" fmla="*/ 501834 w 3804547"/>
              <a:gd name="connsiteY3" fmla="*/ 3701473 h 3701473"/>
              <a:gd name="connsiteX4" fmla="*/ 0 w 3804547"/>
              <a:gd name="connsiteY4" fmla="*/ 3199639 h 3701473"/>
              <a:gd name="connsiteX5" fmla="*/ 0 w 3804547"/>
              <a:gd name="connsiteY5" fmla="*/ 106703 h 3701473"/>
              <a:gd name="connsiteX6" fmla="*/ 125 w 3804547"/>
              <a:gd name="connsiteY6" fmla="*/ 105466 h 3701473"/>
              <a:gd name="connsiteX0" fmla="*/ 3804547 w 3804547"/>
              <a:gd name="connsiteY0" fmla="*/ 3593489 h 3596007"/>
              <a:gd name="connsiteX1" fmla="*/ 3779576 w 3804547"/>
              <a:gd name="connsiteY1" fmla="*/ 3596007 h 3596007"/>
              <a:gd name="connsiteX2" fmla="*/ 501834 w 3804547"/>
              <a:gd name="connsiteY2" fmla="*/ 3596007 h 3596007"/>
              <a:gd name="connsiteX3" fmla="*/ 0 w 3804547"/>
              <a:gd name="connsiteY3" fmla="*/ 3094173 h 3596007"/>
              <a:gd name="connsiteX4" fmla="*/ 0 w 3804547"/>
              <a:gd name="connsiteY4" fmla="*/ 1237 h 3596007"/>
              <a:gd name="connsiteX5" fmla="*/ 125 w 3804547"/>
              <a:gd name="connsiteY5" fmla="*/ 0 h 359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04547" h="3596007">
                <a:moveTo>
                  <a:pt x="3804547" y="3593489"/>
                </a:moveTo>
                <a:lnTo>
                  <a:pt x="3779576" y="3596007"/>
                </a:lnTo>
                <a:lnTo>
                  <a:pt x="501834" y="3596007"/>
                </a:lnTo>
                <a:cubicBezTo>
                  <a:pt x="224679" y="3596007"/>
                  <a:pt x="0" y="3371328"/>
                  <a:pt x="0" y="3094173"/>
                </a:cubicBezTo>
                <a:lnTo>
                  <a:pt x="0" y="1237"/>
                </a:lnTo>
                <a:cubicBezTo>
                  <a:pt x="42" y="825"/>
                  <a:pt x="83" y="412"/>
                  <a:pt x="125" y="0"/>
                </a:cubicBez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807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4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9141FD9-B1AB-9467-AE12-61BD0B9D32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A3E6B8-401F-4894-EFB9-D9735958D8E8}"/>
              </a:ext>
            </a:extLst>
          </p:cNvPr>
          <p:cNvSpPr/>
          <p:nvPr userDrawn="1"/>
        </p:nvSpPr>
        <p:spPr>
          <a:xfrm rot="2700000">
            <a:off x="9723652" y="4718086"/>
            <a:ext cx="1514141" cy="3134243"/>
          </a:xfrm>
          <a:custGeom>
            <a:avLst/>
            <a:gdLst>
              <a:gd name="connsiteX0" fmla="*/ 0 w 1514141"/>
              <a:gd name="connsiteY0" fmla="*/ 1514140 h 3134243"/>
              <a:gd name="connsiteX1" fmla="*/ 1514140 w 1514141"/>
              <a:gd name="connsiteY1" fmla="*/ 0 h 3134243"/>
              <a:gd name="connsiteX2" fmla="*/ 1514141 w 1514141"/>
              <a:gd name="connsiteY2" fmla="*/ 1620102 h 3134243"/>
              <a:gd name="connsiteX3" fmla="*/ 0 w 1514141"/>
              <a:gd name="connsiteY3" fmla="*/ 3134243 h 3134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4141" h="3134243">
                <a:moveTo>
                  <a:pt x="0" y="1514140"/>
                </a:moveTo>
                <a:lnTo>
                  <a:pt x="1514140" y="0"/>
                </a:lnTo>
                <a:lnTo>
                  <a:pt x="1514141" y="1620102"/>
                </a:lnTo>
                <a:lnTo>
                  <a:pt x="0" y="3134243"/>
                </a:lnTo>
                <a:close/>
              </a:path>
            </a:pathLst>
          </a:custGeom>
          <a:solidFill>
            <a:srgbClr val="7FD1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B254E66-5B23-8376-EA6C-51BA078AD05B}"/>
              </a:ext>
            </a:extLst>
          </p:cNvPr>
          <p:cNvSpPr/>
          <p:nvPr userDrawn="1"/>
        </p:nvSpPr>
        <p:spPr>
          <a:xfrm rot="13500000">
            <a:off x="9484269" y="5130635"/>
            <a:ext cx="651476" cy="14478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B1F425-7FCC-95EC-889D-1C469BA8156D}"/>
              </a:ext>
            </a:extLst>
          </p:cNvPr>
          <p:cNvSpPr/>
          <p:nvPr userDrawn="1"/>
        </p:nvSpPr>
        <p:spPr>
          <a:xfrm rot="2700000">
            <a:off x="8432799" y="-404009"/>
            <a:ext cx="1987250" cy="6522188"/>
          </a:xfrm>
          <a:custGeom>
            <a:avLst/>
            <a:gdLst>
              <a:gd name="connsiteX0" fmla="*/ 291026 w 1987250"/>
              <a:gd name="connsiteY0" fmla="*/ 291026 h 6522188"/>
              <a:gd name="connsiteX1" fmla="*/ 993625 w 1987250"/>
              <a:gd name="connsiteY1" fmla="*/ 0 h 6522188"/>
              <a:gd name="connsiteX2" fmla="*/ 1987250 w 1987250"/>
              <a:gd name="connsiteY2" fmla="*/ 993625 h 6522188"/>
              <a:gd name="connsiteX3" fmla="*/ 1987250 w 1987250"/>
              <a:gd name="connsiteY3" fmla="*/ 5536869 h 6522188"/>
              <a:gd name="connsiteX4" fmla="*/ 1001931 w 1987250"/>
              <a:gd name="connsiteY4" fmla="*/ 6522188 h 6522188"/>
              <a:gd name="connsiteX5" fmla="*/ 0 w 1987250"/>
              <a:gd name="connsiteY5" fmla="*/ 5520256 h 6522188"/>
              <a:gd name="connsiteX6" fmla="*/ 0 w 1987250"/>
              <a:gd name="connsiteY6" fmla="*/ 993625 h 6522188"/>
              <a:gd name="connsiteX7" fmla="*/ 291026 w 1987250"/>
              <a:gd name="connsiteY7" fmla="*/ 291026 h 652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7250" h="6522188">
                <a:moveTo>
                  <a:pt x="291026" y="291026"/>
                </a:moveTo>
                <a:cubicBezTo>
                  <a:pt x="470837" y="111215"/>
                  <a:pt x="719243" y="0"/>
                  <a:pt x="993625" y="0"/>
                </a:cubicBezTo>
                <a:cubicBezTo>
                  <a:pt x="1542389" y="0"/>
                  <a:pt x="1987250" y="444861"/>
                  <a:pt x="1987250" y="993625"/>
                </a:cubicBezTo>
                <a:lnTo>
                  <a:pt x="1987250" y="5536869"/>
                </a:lnTo>
                <a:lnTo>
                  <a:pt x="1001931" y="6522188"/>
                </a:lnTo>
                <a:lnTo>
                  <a:pt x="0" y="5520256"/>
                </a:lnTo>
                <a:lnTo>
                  <a:pt x="0" y="993625"/>
                </a:lnTo>
                <a:cubicBezTo>
                  <a:pt x="0" y="719243"/>
                  <a:pt x="111216" y="470837"/>
                  <a:pt x="291026" y="2910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D3108861-7328-DB12-4F81-BB23B928A631}"/>
              </a:ext>
            </a:extLst>
          </p:cNvPr>
          <p:cNvSpPr/>
          <p:nvPr userDrawn="1"/>
        </p:nvSpPr>
        <p:spPr>
          <a:xfrm rot="2700000">
            <a:off x="9121183" y="103638"/>
            <a:ext cx="651476" cy="2492719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3CF0F-9A82-87BC-E359-747ED7A2C5E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1709"/>
          <a:stretch/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EF0DFE2A-76D5-74DB-5A41-BA634A097E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5847081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B02D114-3397-DC1A-7731-F1F0FFF234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5847081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C279139-E1CD-417D-F2DC-0ECDF9271B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4983481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95ADEF-DFE7-7A95-ACDE-93A739BB8442}"/>
              </a:ext>
            </a:extLst>
          </p:cNvPr>
          <p:cNvSpPr txBox="1"/>
          <p:nvPr userDrawn="1"/>
        </p:nvSpPr>
        <p:spPr bwMode="black">
          <a:xfrm>
            <a:off x="613608" y="6367152"/>
            <a:ext cx="4495800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BE79103-E87B-C357-DC48-0711CA04F4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69100" y="1511300"/>
            <a:ext cx="5422900" cy="4267200"/>
          </a:xfrm>
          <a:custGeom>
            <a:avLst/>
            <a:gdLst>
              <a:gd name="connsiteX0" fmla="*/ 374319 w 5422900"/>
              <a:gd name="connsiteY0" fmla="*/ 0 h 4267200"/>
              <a:gd name="connsiteX1" fmla="*/ 5422900 w 5422900"/>
              <a:gd name="connsiteY1" fmla="*/ 0 h 4267200"/>
              <a:gd name="connsiteX2" fmla="*/ 5422900 w 5422900"/>
              <a:gd name="connsiteY2" fmla="*/ 4267200 h 4267200"/>
              <a:gd name="connsiteX3" fmla="*/ 374319 w 5422900"/>
              <a:gd name="connsiteY3" fmla="*/ 4267200 h 4267200"/>
              <a:gd name="connsiteX4" fmla="*/ 0 w 5422900"/>
              <a:gd name="connsiteY4" fmla="*/ 3892881 h 4267200"/>
              <a:gd name="connsiteX5" fmla="*/ 0 w 5422900"/>
              <a:gd name="connsiteY5" fmla="*/ 374319 h 4267200"/>
              <a:gd name="connsiteX6" fmla="*/ 374319 w 5422900"/>
              <a:gd name="connsiteY6" fmla="*/ 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22900" h="4267200">
                <a:moveTo>
                  <a:pt x="374319" y="0"/>
                </a:moveTo>
                <a:lnTo>
                  <a:pt x="5422900" y="0"/>
                </a:lnTo>
                <a:lnTo>
                  <a:pt x="5422900" y="4267200"/>
                </a:lnTo>
                <a:lnTo>
                  <a:pt x="374319" y="4267200"/>
                </a:lnTo>
                <a:cubicBezTo>
                  <a:pt x="167588" y="4267200"/>
                  <a:pt x="0" y="4099612"/>
                  <a:pt x="0" y="3892881"/>
                </a:cubicBezTo>
                <a:lnTo>
                  <a:pt x="0" y="374319"/>
                </a:lnTo>
                <a:cubicBezTo>
                  <a:pt x="0" y="167588"/>
                  <a:pt x="167588" y="0"/>
                  <a:pt x="37431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800" b="0">
                <a:solidFill>
                  <a:srgbClr val="FF0000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FF0000"/>
                </a:solidFill>
              </a:rPr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4821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024-05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BD574E3-8AFF-DFA9-0FCB-ACE4DACD25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26918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D574E3-8AFF-DFA9-0FCB-ACE4DACD2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608" y="3681765"/>
            <a:ext cx="5368925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517515"/>
            <a:ext cx="5482392" cy="1996373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5368925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1AF0D6-51EF-1945-B4E8-68EF85E87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330" y="735457"/>
            <a:ext cx="2247900" cy="406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74DE7C-EAB9-6B9B-19AB-DEFA4EF622D3}"/>
              </a:ext>
            </a:extLst>
          </p:cNvPr>
          <p:cNvSpPr txBox="1"/>
          <p:nvPr userDrawn="1"/>
        </p:nvSpPr>
        <p:spPr bwMode="black">
          <a:xfrm>
            <a:off x="613608" y="6367152"/>
            <a:ext cx="4495800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24A7E03-2DC4-A20C-610D-3801615F1648}"/>
              </a:ext>
            </a:extLst>
          </p:cNvPr>
          <p:cNvSpPr>
            <a:spLocks/>
          </p:cNvSpPr>
          <p:nvPr userDrawn="1"/>
        </p:nvSpPr>
        <p:spPr bwMode="auto">
          <a:xfrm>
            <a:off x="5476875" y="3219450"/>
            <a:ext cx="6711950" cy="3638550"/>
          </a:xfrm>
          <a:custGeom>
            <a:avLst/>
            <a:gdLst>
              <a:gd name="T0" fmla="*/ 2114 w 2114"/>
              <a:gd name="T1" fmla="*/ 869 h 1146"/>
              <a:gd name="T2" fmla="*/ 1306 w 2114"/>
              <a:gd name="T3" fmla="*/ 61 h 1146"/>
              <a:gd name="T4" fmla="*/ 1085 w 2114"/>
              <a:gd name="T5" fmla="*/ 61 h 1146"/>
              <a:gd name="T6" fmla="*/ 0 w 2114"/>
              <a:gd name="T7" fmla="*/ 1146 h 1146"/>
              <a:gd name="T8" fmla="*/ 2114 w 2114"/>
              <a:gd name="T9" fmla="*/ 1146 h 1146"/>
              <a:gd name="T10" fmla="*/ 2114 w 2114"/>
              <a:gd name="T11" fmla="*/ 869 h 1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14" h="1146">
                <a:moveTo>
                  <a:pt x="2114" y="869"/>
                </a:moveTo>
                <a:cubicBezTo>
                  <a:pt x="1306" y="61"/>
                  <a:pt x="1306" y="61"/>
                  <a:pt x="1306" y="61"/>
                </a:cubicBezTo>
                <a:cubicBezTo>
                  <a:pt x="1245" y="0"/>
                  <a:pt x="1146" y="0"/>
                  <a:pt x="1085" y="61"/>
                </a:cubicBezTo>
                <a:cubicBezTo>
                  <a:pt x="0" y="1146"/>
                  <a:pt x="0" y="1146"/>
                  <a:pt x="0" y="1146"/>
                </a:cubicBezTo>
                <a:cubicBezTo>
                  <a:pt x="2114" y="1146"/>
                  <a:pt x="2114" y="1146"/>
                  <a:pt x="2114" y="1146"/>
                </a:cubicBezTo>
                <a:lnTo>
                  <a:pt x="2114" y="869"/>
                </a:lnTo>
                <a:close/>
              </a:path>
            </a:pathLst>
          </a:custGeom>
          <a:solidFill>
            <a:srgbClr val="140B4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A85C50D-2AD0-37F1-6186-64FDA03CDB34}"/>
              </a:ext>
            </a:extLst>
          </p:cNvPr>
          <p:cNvSpPr/>
          <p:nvPr userDrawn="1"/>
        </p:nvSpPr>
        <p:spPr>
          <a:xfrm rot="2700000">
            <a:off x="7798710" y="-28189"/>
            <a:ext cx="6936059" cy="4323614"/>
          </a:xfrm>
          <a:custGeom>
            <a:avLst/>
            <a:gdLst>
              <a:gd name="connsiteX0" fmla="*/ 0 w 6936059"/>
              <a:gd name="connsiteY0" fmla="*/ 2612445 h 4323614"/>
              <a:gd name="connsiteX1" fmla="*/ 2612445 w 6936059"/>
              <a:gd name="connsiteY1" fmla="*/ 0 h 4323614"/>
              <a:gd name="connsiteX2" fmla="*/ 6936059 w 6936059"/>
              <a:gd name="connsiteY2" fmla="*/ 4323614 h 4323614"/>
              <a:gd name="connsiteX3" fmla="*/ 492439 w 6936059"/>
              <a:gd name="connsiteY3" fmla="*/ 4323614 h 4323614"/>
              <a:gd name="connsiteX4" fmla="*/ 0 w 6936059"/>
              <a:gd name="connsiteY4" fmla="*/ 3831175 h 4323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6059" h="4323614">
                <a:moveTo>
                  <a:pt x="0" y="2612445"/>
                </a:moveTo>
                <a:lnTo>
                  <a:pt x="2612445" y="0"/>
                </a:lnTo>
                <a:lnTo>
                  <a:pt x="6936059" y="4323614"/>
                </a:lnTo>
                <a:lnTo>
                  <a:pt x="492439" y="4323614"/>
                </a:lnTo>
                <a:cubicBezTo>
                  <a:pt x="220472" y="4323614"/>
                  <a:pt x="1" y="4103142"/>
                  <a:pt x="0" y="3831175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FF7F7C58-163F-1881-E4D5-96FE1EF56D83}"/>
              </a:ext>
            </a:extLst>
          </p:cNvPr>
          <p:cNvSpPr>
            <a:spLocks/>
          </p:cNvSpPr>
          <p:nvPr userDrawn="1"/>
        </p:nvSpPr>
        <p:spPr bwMode="auto">
          <a:xfrm>
            <a:off x="6511925" y="737524"/>
            <a:ext cx="5368925" cy="5368925"/>
          </a:xfrm>
          <a:custGeom>
            <a:avLst/>
            <a:gdLst>
              <a:gd name="T0" fmla="*/ 724 w 1691"/>
              <a:gd name="T1" fmla="*/ 1624 h 1691"/>
              <a:gd name="T2" fmla="*/ 67 w 1691"/>
              <a:gd name="T3" fmla="*/ 967 h 1691"/>
              <a:gd name="T4" fmla="*/ 67 w 1691"/>
              <a:gd name="T5" fmla="*/ 724 h 1691"/>
              <a:gd name="T6" fmla="*/ 724 w 1691"/>
              <a:gd name="T7" fmla="*/ 67 h 1691"/>
              <a:gd name="T8" fmla="*/ 967 w 1691"/>
              <a:gd name="T9" fmla="*/ 67 h 1691"/>
              <a:gd name="T10" fmla="*/ 1624 w 1691"/>
              <a:gd name="T11" fmla="*/ 724 h 1691"/>
              <a:gd name="T12" fmla="*/ 1624 w 1691"/>
              <a:gd name="T13" fmla="*/ 967 h 1691"/>
              <a:gd name="T14" fmla="*/ 967 w 1691"/>
              <a:gd name="T15" fmla="*/ 1624 h 1691"/>
              <a:gd name="T16" fmla="*/ 724 w 1691"/>
              <a:gd name="T17" fmla="*/ 1624 h 1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91" h="1691">
                <a:moveTo>
                  <a:pt x="724" y="1624"/>
                </a:moveTo>
                <a:cubicBezTo>
                  <a:pt x="67" y="967"/>
                  <a:pt x="67" y="967"/>
                  <a:pt x="67" y="967"/>
                </a:cubicBezTo>
                <a:cubicBezTo>
                  <a:pt x="0" y="900"/>
                  <a:pt x="0" y="791"/>
                  <a:pt x="67" y="724"/>
                </a:cubicBezTo>
                <a:cubicBezTo>
                  <a:pt x="724" y="67"/>
                  <a:pt x="724" y="67"/>
                  <a:pt x="724" y="67"/>
                </a:cubicBezTo>
                <a:cubicBezTo>
                  <a:pt x="791" y="0"/>
                  <a:pt x="900" y="0"/>
                  <a:pt x="967" y="67"/>
                </a:cubicBezTo>
                <a:cubicBezTo>
                  <a:pt x="1624" y="724"/>
                  <a:pt x="1624" y="724"/>
                  <a:pt x="1624" y="724"/>
                </a:cubicBezTo>
                <a:cubicBezTo>
                  <a:pt x="1691" y="791"/>
                  <a:pt x="1691" y="900"/>
                  <a:pt x="1624" y="967"/>
                </a:cubicBezTo>
                <a:cubicBezTo>
                  <a:pt x="967" y="1624"/>
                  <a:pt x="967" y="1624"/>
                  <a:pt x="967" y="1624"/>
                </a:cubicBezTo>
                <a:cubicBezTo>
                  <a:pt x="900" y="1691"/>
                  <a:pt x="791" y="1691"/>
                  <a:pt x="724" y="1624"/>
                </a:cubicBezTo>
                <a:close/>
              </a:path>
            </a:pathLst>
          </a:custGeom>
          <a:solidFill>
            <a:srgbClr val="005587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B7ADD5B-1EFD-EE84-83C7-4F7CA369A2B9}"/>
              </a:ext>
            </a:extLst>
          </p:cNvPr>
          <p:cNvSpPr/>
          <p:nvPr userDrawn="1"/>
        </p:nvSpPr>
        <p:spPr>
          <a:xfrm rot="2700000">
            <a:off x="9656180" y="878325"/>
            <a:ext cx="4632172" cy="5087323"/>
          </a:xfrm>
          <a:custGeom>
            <a:avLst/>
            <a:gdLst>
              <a:gd name="connsiteX0" fmla="*/ 0 w 4724357"/>
              <a:gd name="connsiteY0" fmla="*/ 0 h 4945592"/>
              <a:gd name="connsiteX1" fmla="*/ 4724357 w 4724357"/>
              <a:gd name="connsiteY1" fmla="*/ 4724357 h 4945592"/>
              <a:gd name="connsiteX2" fmla="*/ 4503122 w 4724357"/>
              <a:gd name="connsiteY2" fmla="*/ 4945592 h 4945592"/>
              <a:gd name="connsiteX3" fmla="*/ 607510 w 4724357"/>
              <a:gd name="connsiteY3" fmla="*/ 4945592 h 4945592"/>
              <a:gd name="connsiteX4" fmla="*/ 0 w 4724357"/>
              <a:gd name="connsiteY4" fmla="*/ 4338082 h 4945592"/>
              <a:gd name="connsiteX0" fmla="*/ 4724357 w 4815797"/>
              <a:gd name="connsiteY0" fmla="*/ 4724357 h 4945592"/>
              <a:gd name="connsiteX1" fmla="*/ 4503122 w 4815797"/>
              <a:gd name="connsiteY1" fmla="*/ 4945592 h 4945592"/>
              <a:gd name="connsiteX2" fmla="*/ 607510 w 4815797"/>
              <a:gd name="connsiteY2" fmla="*/ 4945592 h 4945592"/>
              <a:gd name="connsiteX3" fmla="*/ 0 w 4815797"/>
              <a:gd name="connsiteY3" fmla="*/ 4338082 h 4945592"/>
              <a:gd name="connsiteX4" fmla="*/ 0 w 4815797"/>
              <a:gd name="connsiteY4" fmla="*/ 0 h 4945592"/>
              <a:gd name="connsiteX5" fmla="*/ 4815797 w 4815797"/>
              <a:gd name="connsiteY5" fmla="*/ 4815797 h 4945592"/>
              <a:gd name="connsiteX0" fmla="*/ 4724357 w 4724357"/>
              <a:gd name="connsiteY0" fmla="*/ 4724357 h 4945592"/>
              <a:gd name="connsiteX1" fmla="*/ 4503122 w 4724357"/>
              <a:gd name="connsiteY1" fmla="*/ 4945592 h 4945592"/>
              <a:gd name="connsiteX2" fmla="*/ 607510 w 4724357"/>
              <a:gd name="connsiteY2" fmla="*/ 4945592 h 4945592"/>
              <a:gd name="connsiteX3" fmla="*/ 0 w 4724357"/>
              <a:gd name="connsiteY3" fmla="*/ 4338082 h 4945592"/>
              <a:gd name="connsiteX4" fmla="*/ 0 w 4724357"/>
              <a:gd name="connsiteY4" fmla="*/ 0 h 4945592"/>
              <a:gd name="connsiteX0" fmla="*/ 4503122 w 4503122"/>
              <a:gd name="connsiteY0" fmla="*/ 4945592 h 4945592"/>
              <a:gd name="connsiteX1" fmla="*/ 607510 w 4503122"/>
              <a:gd name="connsiteY1" fmla="*/ 4945592 h 4945592"/>
              <a:gd name="connsiteX2" fmla="*/ 0 w 4503122"/>
              <a:gd name="connsiteY2" fmla="*/ 4338082 h 4945592"/>
              <a:gd name="connsiteX3" fmla="*/ 0 w 4503122"/>
              <a:gd name="connsiteY3" fmla="*/ 0 h 494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3122" h="4945592">
                <a:moveTo>
                  <a:pt x="4503122" y="4945592"/>
                </a:moveTo>
                <a:lnTo>
                  <a:pt x="607510" y="4945592"/>
                </a:lnTo>
                <a:cubicBezTo>
                  <a:pt x="271991" y="4945592"/>
                  <a:pt x="0" y="4673601"/>
                  <a:pt x="0" y="4338082"/>
                </a:cubicBezTo>
                <a:lnTo>
                  <a:pt x="0" y="0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105686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4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39C5FB-65B4-C908-855D-2728400F9ED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kern="0" cap="none" spc="0" normalizeH="0" baseline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5B56EBA-448E-C7D0-100C-AD7974D3F9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608" y="3681765"/>
            <a:ext cx="7029069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952327-FD57-A506-881F-6BEC092B82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517515"/>
            <a:ext cx="7029069" cy="1996373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5258D62-E26A-940F-71AE-1DB6692774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4068848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6E6678B-F1D2-BAA4-8C13-157EDC2579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330" y="735457"/>
            <a:ext cx="2247900" cy="406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B5FAB4-46B6-F50F-3686-3A652C917D56}"/>
              </a:ext>
            </a:extLst>
          </p:cNvPr>
          <p:cNvSpPr txBox="1"/>
          <p:nvPr userDrawn="1"/>
        </p:nvSpPr>
        <p:spPr bwMode="black">
          <a:xfrm>
            <a:off x="613608" y="6367152"/>
            <a:ext cx="4495800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E6A72EF-4ACE-0FB5-78CD-8CB5D25D38CD}"/>
              </a:ext>
            </a:extLst>
          </p:cNvPr>
          <p:cNvSpPr/>
          <p:nvPr userDrawn="1"/>
        </p:nvSpPr>
        <p:spPr>
          <a:xfrm rot="900000">
            <a:off x="8679642" y="590047"/>
            <a:ext cx="1209408" cy="6535813"/>
          </a:xfrm>
          <a:custGeom>
            <a:avLst/>
            <a:gdLst>
              <a:gd name="connsiteX0" fmla="*/ 482835 w 1209408"/>
              <a:gd name="connsiteY0" fmla="*/ 12286 h 6535813"/>
              <a:gd name="connsiteX1" fmla="*/ 604704 w 1209408"/>
              <a:gd name="connsiteY1" fmla="*/ 0 h 6535813"/>
              <a:gd name="connsiteX2" fmla="*/ 1209408 w 1209408"/>
              <a:gd name="connsiteY2" fmla="*/ 604704 h 6535813"/>
              <a:gd name="connsiteX3" fmla="*/ 1209408 w 1209408"/>
              <a:gd name="connsiteY3" fmla="*/ 6211754 h 6535813"/>
              <a:gd name="connsiteX4" fmla="*/ 0 w 1209408"/>
              <a:gd name="connsiteY4" fmla="*/ 6535813 h 6535813"/>
              <a:gd name="connsiteX5" fmla="*/ 0 w 1209408"/>
              <a:gd name="connsiteY5" fmla="*/ 604704 h 6535813"/>
              <a:gd name="connsiteX6" fmla="*/ 482835 w 1209408"/>
              <a:gd name="connsiteY6" fmla="*/ 12286 h 653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9408" h="6535813">
                <a:moveTo>
                  <a:pt x="482835" y="12286"/>
                </a:moveTo>
                <a:cubicBezTo>
                  <a:pt x="522200" y="4230"/>
                  <a:pt x="562958" y="0"/>
                  <a:pt x="604704" y="0"/>
                </a:cubicBezTo>
                <a:cubicBezTo>
                  <a:pt x="938673" y="0"/>
                  <a:pt x="1209408" y="270735"/>
                  <a:pt x="1209408" y="604704"/>
                </a:cubicBezTo>
                <a:lnTo>
                  <a:pt x="1209408" y="6211754"/>
                </a:lnTo>
                <a:lnTo>
                  <a:pt x="0" y="6535813"/>
                </a:lnTo>
                <a:lnTo>
                  <a:pt x="0" y="604704"/>
                </a:lnTo>
                <a:cubicBezTo>
                  <a:pt x="0" y="312481"/>
                  <a:pt x="207282" y="68672"/>
                  <a:pt x="482835" y="1228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A260F01-821A-E0DB-A6B1-B66100FC4906}"/>
              </a:ext>
            </a:extLst>
          </p:cNvPr>
          <p:cNvSpPr/>
          <p:nvPr userDrawn="1"/>
        </p:nvSpPr>
        <p:spPr>
          <a:xfrm rot="900000">
            <a:off x="10876535" y="3369355"/>
            <a:ext cx="737236" cy="3646170"/>
          </a:xfrm>
          <a:custGeom>
            <a:avLst/>
            <a:gdLst>
              <a:gd name="connsiteX0" fmla="*/ 294329 w 737236"/>
              <a:gd name="connsiteY0" fmla="*/ 7489 h 3646170"/>
              <a:gd name="connsiteX1" fmla="*/ 368618 w 737236"/>
              <a:gd name="connsiteY1" fmla="*/ 0 h 3646170"/>
              <a:gd name="connsiteX2" fmla="*/ 737236 w 737236"/>
              <a:gd name="connsiteY2" fmla="*/ 368618 h 3646170"/>
              <a:gd name="connsiteX3" fmla="*/ 737235 w 737236"/>
              <a:gd name="connsiteY3" fmla="*/ 3448629 h 3646170"/>
              <a:gd name="connsiteX4" fmla="*/ 0 w 737236"/>
              <a:gd name="connsiteY4" fmla="*/ 3646170 h 3646170"/>
              <a:gd name="connsiteX5" fmla="*/ 0 w 737236"/>
              <a:gd name="connsiteY5" fmla="*/ 368618 h 3646170"/>
              <a:gd name="connsiteX6" fmla="*/ 294329 w 737236"/>
              <a:gd name="connsiteY6" fmla="*/ 7489 h 364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7236" h="3646170">
                <a:moveTo>
                  <a:pt x="294329" y="7489"/>
                </a:moveTo>
                <a:cubicBezTo>
                  <a:pt x="318325" y="2579"/>
                  <a:pt x="343170" y="0"/>
                  <a:pt x="368618" y="0"/>
                </a:cubicBezTo>
                <a:cubicBezTo>
                  <a:pt x="572200" y="0"/>
                  <a:pt x="737236" y="165036"/>
                  <a:pt x="737236" y="368618"/>
                </a:cubicBezTo>
                <a:lnTo>
                  <a:pt x="737235" y="3448629"/>
                </a:lnTo>
                <a:lnTo>
                  <a:pt x="0" y="3646170"/>
                </a:lnTo>
                <a:lnTo>
                  <a:pt x="0" y="368618"/>
                </a:lnTo>
                <a:cubicBezTo>
                  <a:pt x="1" y="190484"/>
                  <a:pt x="126356" y="41861"/>
                  <a:pt x="294329" y="7489"/>
                </a:cubicBezTo>
                <a:close/>
              </a:path>
            </a:pathLst>
          </a:custGeom>
          <a:solidFill>
            <a:srgbClr val="140B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7CF9C9-26E4-4CCA-2489-EA1403AF749A}"/>
              </a:ext>
            </a:extLst>
          </p:cNvPr>
          <p:cNvCxnSpPr>
            <a:cxnSpLocks/>
          </p:cNvCxnSpPr>
          <p:nvPr userDrawn="1"/>
        </p:nvCxnSpPr>
        <p:spPr>
          <a:xfrm rot="900000" flipH="1">
            <a:off x="9695751" y="-132832"/>
            <a:ext cx="0" cy="7112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6662C6-F32D-D286-E981-FFF7563738A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616112" y="990600"/>
            <a:ext cx="1572166" cy="58674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87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4-0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F44744A-7370-45C0-CB74-88A57CF6C18C}"/>
              </a:ext>
            </a:extLst>
          </p:cNvPr>
          <p:cNvSpPr/>
          <p:nvPr userDrawn="1"/>
        </p:nvSpPr>
        <p:spPr>
          <a:xfrm rot="2700000">
            <a:off x="8404848" y="-676776"/>
            <a:ext cx="832104" cy="2612447"/>
          </a:xfrm>
          <a:custGeom>
            <a:avLst/>
            <a:gdLst>
              <a:gd name="connsiteX0" fmla="*/ 0 w 832104"/>
              <a:gd name="connsiteY0" fmla="*/ 832103 h 2612447"/>
              <a:gd name="connsiteX1" fmla="*/ 832104 w 832104"/>
              <a:gd name="connsiteY1" fmla="*/ 0 h 2612447"/>
              <a:gd name="connsiteX2" fmla="*/ 832104 w 832104"/>
              <a:gd name="connsiteY2" fmla="*/ 2196395 h 2612447"/>
              <a:gd name="connsiteX3" fmla="*/ 416052 w 832104"/>
              <a:gd name="connsiteY3" fmla="*/ 2612447 h 2612447"/>
              <a:gd name="connsiteX4" fmla="*/ 0 w 832104"/>
              <a:gd name="connsiteY4" fmla="*/ 2196395 h 2612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104" h="2612447">
                <a:moveTo>
                  <a:pt x="0" y="832103"/>
                </a:moveTo>
                <a:lnTo>
                  <a:pt x="832104" y="0"/>
                </a:lnTo>
                <a:lnTo>
                  <a:pt x="832104" y="2196395"/>
                </a:lnTo>
                <a:cubicBezTo>
                  <a:pt x="832104" y="2426174"/>
                  <a:pt x="645831" y="2612447"/>
                  <a:pt x="416052" y="2612447"/>
                </a:cubicBezTo>
                <a:cubicBezTo>
                  <a:pt x="186273" y="2612447"/>
                  <a:pt x="0" y="2426174"/>
                  <a:pt x="0" y="2196395"/>
                </a:cubicBezTo>
                <a:close/>
              </a:path>
            </a:pathLst>
          </a:custGeom>
          <a:solidFill>
            <a:srgbClr val="7FD1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EF4E02D-F7F2-65BC-9A85-BBCF1CEAB9A4}"/>
              </a:ext>
            </a:extLst>
          </p:cNvPr>
          <p:cNvSpPr/>
          <p:nvPr userDrawn="1"/>
        </p:nvSpPr>
        <p:spPr>
          <a:xfrm rot="13500000" flipH="1">
            <a:off x="10884124" y="1958347"/>
            <a:ext cx="1426821" cy="2469493"/>
          </a:xfrm>
          <a:custGeom>
            <a:avLst/>
            <a:gdLst>
              <a:gd name="connsiteX0" fmla="*/ 0 w 1867898"/>
              <a:gd name="connsiteY0" fmla="*/ 3232895 h 3232895"/>
              <a:gd name="connsiteX1" fmla="*/ 0 w 1867898"/>
              <a:gd name="connsiteY1" fmla="*/ 933949 h 3232895"/>
              <a:gd name="connsiteX2" fmla="*/ 933949 w 1867898"/>
              <a:gd name="connsiteY2" fmla="*/ 0 h 3232895"/>
              <a:gd name="connsiteX3" fmla="*/ 1867898 w 1867898"/>
              <a:gd name="connsiteY3" fmla="*/ 933949 h 3232895"/>
              <a:gd name="connsiteX4" fmla="*/ 1867898 w 1867898"/>
              <a:gd name="connsiteY4" fmla="*/ 1797199 h 3232895"/>
              <a:gd name="connsiteX5" fmla="*/ 432202 w 1867898"/>
              <a:gd name="connsiteY5" fmla="*/ 3232895 h 323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7898" h="3232895">
                <a:moveTo>
                  <a:pt x="0" y="3232895"/>
                </a:moveTo>
                <a:lnTo>
                  <a:pt x="0" y="933949"/>
                </a:lnTo>
                <a:cubicBezTo>
                  <a:pt x="0" y="418143"/>
                  <a:pt x="418143" y="0"/>
                  <a:pt x="933949" y="0"/>
                </a:cubicBezTo>
                <a:cubicBezTo>
                  <a:pt x="1449755" y="0"/>
                  <a:pt x="1867898" y="418143"/>
                  <a:pt x="1867898" y="933949"/>
                </a:cubicBezTo>
                <a:lnTo>
                  <a:pt x="1867898" y="1797199"/>
                </a:lnTo>
                <a:lnTo>
                  <a:pt x="432202" y="32328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C069A87-C164-C434-5CEF-4ACD0B6BF8B1}"/>
              </a:ext>
            </a:extLst>
          </p:cNvPr>
          <p:cNvSpPr/>
          <p:nvPr userDrawn="1"/>
        </p:nvSpPr>
        <p:spPr>
          <a:xfrm rot="13500000" flipH="1">
            <a:off x="10658974" y="1045214"/>
            <a:ext cx="830027" cy="4013802"/>
          </a:xfrm>
          <a:custGeom>
            <a:avLst/>
            <a:gdLst>
              <a:gd name="connsiteX0" fmla="*/ 0 w 1086616"/>
              <a:gd name="connsiteY0" fmla="*/ 5254600 h 5254600"/>
              <a:gd name="connsiteX1" fmla="*/ 0 w 1086616"/>
              <a:gd name="connsiteY1" fmla="*/ 543308 h 5254600"/>
              <a:gd name="connsiteX2" fmla="*/ 543308 w 1086616"/>
              <a:gd name="connsiteY2" fmla="*/ 0 h 5254600"/>
              <a:gd name="connsiteX3" fmla="*/ 1086616 w 1086616"/>
              <a:gd name="connsiteY3" fmla="*/ 543308 h 5254600"/>
              <a:gd name="connsiteX4" fmla="*/ 1086615 w 1086616"/>
              <a:gd name="connsiteY4" fmla="*/ 4167985 h 525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6616" h="5254600">
                <a:moveTo>
                  <a:pt x="0" y="5254600"/>
                </a:moveTo>
                <a:lnTo>
                  <a:pt x="0" y="543308"/>
                </a:lnTo>
                <a:cubicBezTo>
                  <a:pt x="0" y="243247"/>
                  <a:pt x="243247" y="0"/>
                  <a:pt x="543308" y="0"/>
                </a:cubicBezTo>
                <a:cubicBezTo>
                  <a:pt x="843369" y="0"/>
                  <a:pt x="1086616" y="243247"/>
                  <a:pt x="1086616" y="543308"/>
                </a:cubicBezTo>
                <a:lnTo>
                  <a:pt x="1086615" y="416798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8AFE06D-6874-9BC8-8B4C-CD00FFBB1819}"/>
              </a:ext>
            </a:extLst>
          </p:cNvPr>
          <p:cNvSpPr/>
          <p:nvPr userDrawn="1"/>
        </p:nvSpPr>
        <p:spPr>
          <a:xfrm rot="13500000" flipH="1">
            <a:off x="8610866" y="-919718"/>
            <a:ext cx="3320094" cy="4877247"/>
          </a:xfrm>
          <a:custGeom>
            <a:avLst/>
            <a:gdLst>
              <a:gd name="connsiteX0" fmla="*/ 2551539 w 4346444"/>
              <a:gd name="connsiteY0" fmla="*/ 6384965 h 6384965"/>
              <a:gd name="connsiteX1" fmla="*/ 0 w 4346444"/>
              <a:gd name="connsiteY1" fmla="*/ 3833426 h 6384965"/>
              <a:gd name="connsiteX2" fmla="*/ 0 w 4346444"/>
              <a:gd name="connsiteY2" fmla="*/ 2173222 h 6384965"/>
              <a:gd name="connsiteX3" fmla="*/ 2173222 w 4346444"/>
              <a:gd name="connsiteY3" fmla="*/ 0 h 6384965"/>
              <a:gd name="connsiteX4" fmla="*/ 4346444 w 4346444"/>
              <a:gd name="connsiteY4" fmla="*/ 2173222 h 6384965"/>
              <a:gd name="connsiteX5" fmla="*/ 4346444 w 4346444"/>
              <a:gd name="connsiteY5" fmla="*/ 4590060 h 6384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46444" h="6384965">
                <a:moveTo>
                  <a:pt x="2551539" y="6384965"/>
                </a:moveTo>
                <a:lnTo>
                  <a:pt x="0" y="3833426"/>
                </a:lnTo>
                <a:lnTo>
                  <a:pt x="0" y="2173222"/>
                </a:lnTo>
                <a:cubicBezTo>
                  <a:pt x="0" y="972985"/>
                  <a:pt x="972985" y="0"/>
                  <a:pt x="2173222" y="0"/>
                </a:cubicBezTo>
                <a:cubicBezTo>
                  <a:pt x="3373459" y="0"/>
                  <a:pt x="4346444" y="972985"/>
                  <a:pt x="4346444" y="2173222"/>
                </a:cubicBezTo>
                <a:lnTo>
                  <a:pt x="4346444" y="45900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9405D1E-7C07-65A2-75A2-7E9EF6B6049B}"/>
              </a:ext>
            </a:extLst>
          </p:cNvPr>
          <p:cNvSpPr/>
          <p:nvPr userDrawn="1"/>
        </p:nvSpPr>
        <p:spPr>
          <a:xfrm rot="13500000" flipH="1">
            <a:off x="11146606" y="1933863"/>
            <a:ext cx="527807" cy="2759754"/>
          </a:xfrm>
          <a:custGeom>
            <a:avLst/>
            <a:gdLst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5" fmla="*/ 572714 w 690970"/>
              <a:gd name="connsiteY5" fmla="*/ 3040171 h 3612885"/>
              <a:gd name="connsiteX6" fmla="*/ 0 w 690970"/>
              <a:gd name="connsiteY6" fmla="*/ 3612885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5" fmla="*/ 572714 w 690970"/>
              <a:gd name="connsiteY5" fmla="*/ 3040171 h 3612885"/>
              <a:gd name="connsiteX6" fmla="*/ 123701 w 690970"/>
              <a:gd name="connsiteY6" fmla="*/ 3489184 h 3612885"/>
              <a:gd name="connsiteX7" fmla="*/ 0 w 690970"/>
              <a:gd name="connsiteY7" fmla="*/ 3612885 h 3612885"/>
              <a:gd name="connsiteX0" fmla="*/ 123701 w 690970"/>
              <a:gd name="connsiteY0" fmla="*/ 3489184 h 3612885"/>
              <a:gd name="connsiteX1" fmla="*/ 0 w 690970"/>
              <a:gd name="connsiteY1" fmla="*/ 3612885 h 3612885"/>
              <a:gd name="connsiteX2" fmla="*/ 0 w 690970"/>
              <a:gd name="connsiteY2" fmla="*/ 345485 h 3612885"/>
              <a:gd name="connsiteX3" fmla="*/ 345485 w 690970"/>
              <a:gd name="connsiteY3" fmla="*/ 0 h 3612885"/>
              <a:gd name="connsiteX4" fmla="*/ 690970 w 690970"/>
              <a:gd name="connsiteY4" fmla="*/ 345485 h 3612885"/>
              <a:gd name="connsiteX5" fmla="*/ 690970 w 690970"/>
              <a:gd name="connsiteY5" fmla="*/ 2921915 h 3612885"/>
              <a:gd name="connsiteX6" fmla="*/ 572714 w 690970"/>
              <a:gd name="connsiteY6" fmla="*/ 3040171 h 3612885"/>
              <a:gd name="connsiteX7" fmla="*/ 215141 w 690970"/>
              <a:gd name="connsiteY7" fmla="*/ 3580624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5" fmla="*/ 572714 w 690970"/>
              <a:gd name="connsiteY5" fmla="*/ 3040171 h 3612885"/>
              <a:gd name="connsiteX6" fmla="*/ 215141 w 690970"/>
              <a:gd name="connsiteY6" fmla="*/ 3580624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  <a:gd name="connsiteX5" fmla="*/ 215141 w 690970"/>
              <a:gd name="connsiteY5" fmla="*/ 3580624 h 3612885"/>
              <a:gd name="connsiteX0" fmla="*/ 0 w 690970"/>
              <a:gd name="connsiteY0" fmla="*/ 3612885 h 3612885"/>
              <a:gd name="connsiteX1" fmla="*/ 0 w 690970"/>
              <a:gd name="connsiteY1" fmla="*/ 345485 h 3612885"/>
              <a:gd name="connsiteX2" fmla="*/ 345485 w 690970"/>
              <a:gd name="connsiteY2" fmla="*/ 0 h 3612885"/>
              <a:gd name="connsiteX3" fmla="*/ 690970 w 690970"/>
              <a:gd name="connsiteY3" fmla="*/ 345485 h 3612885"/>
              <a:gd name="connsiteX4" fmla="*/ 690970 w 690970"/>
              <a:gd name="connsiteY4" fmla="*/ 2921915 h 361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970" h="3612885">
                <a:moveTo>
                  <a:pt x="0" y="3612885"/>
                </a:moveTo>
                <a:lnTo>
                  <a:pt x="0" y="345485"/>
                </a:lnTo>
                <a:cubicBezTo>
                  <a:pt x="0" y="154679"/>
                  <a:pt x="154679" y="0"/>
                  <a:pt x="345485" y="0"/>
                </a:cubicBezTo>
                <a:cubicBezTo>
                  <a:pt x="536291" y="0"/>
                  <a:pt x="690970" y="154679"/>
                  <a:pt x="690970" y="345485"/>
                </a:cubicBezTo>
                <a:lnTo>
                  <a:pt x="690970" y="2921915"/>
                </a:lnTo>
              </a:path>
            </a:pathLst>
          </a:custGeom>
          <a:noFill/>
          <a:ln w="12700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  <a:br>
              <a:rPr lang="en-US"/>
            </a:br>
            <a:br>
              <a:rPr lang="en-US"/>
            </a:br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</p:spTree>
    <p:extLst>
      <p:ext uri="{BB962C8B-B14F-4D97-AF65-F5344CB8AC3E}">
        <p14:creationId xmlns:p14="http://schemas.microsoft.com/office/powerpoint/2010/main" val="3485408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4-0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  <a:br>
              <a:rPr lang="en-US"/>
            </a:br>
            <a:br>
              <a:rPr lang="en-US"/>
            </a:br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7711C25-1E32-D856-3159-AA194B0AE59F}"/>
              </a:ext>
            </a:extLst>
          </p:cNvPr>
          <p:cNvSpPr/>
          <p:nvPr userDrawn="1"/>
        </p:nvSpPr>
        <p:spPr>
          <a:xfrm rot="-2700000">
            <a:off x="7890787" y="-1101899"/>
            <a:ext cx="3375142" cy="3358615"/>
          </a:xfrm>
          <a:custGeom>
            <a:avLst/>
            <a:gdLst>
              <a:gd name="connsiteX0" fmla="*/ 824841 w 3375142"/>
              <a:gd name="connsiteY0" fmla="*/ 0 h 3358615"/>
              <a:gd name="connsiteX1" fmla="*/ 3375142 w 3375142"/>
              <a:gd name="connsiteY1" fmla="*/ 2550301 h 3358615"/>
              <a:gd name="connsiteX2" fmla="*/ 3375142 w 3375142"/>
              <a:gd name="connsiteY2" fmla="*/ 2834570 h 3358615"/>
              <a:gd name="connsiteX3" fmla="*/ 2851097 w 3375142"/>
              <a:gd name="connsiteY3" fmla="*/ 3358615 h 3358615"/>
              <a:gd name="connsiteX4" fmla="*/ 524045 w 3375142"/>
              <a:gd name="connsiteY4" fmla="*/ 3358615 h 3358615"/>
              <a:gd name="connsiteX5" fmla="*/ 0 w 3375142"/>
              <a:gd name="connsiteY5" fmla="*/ 2834570 h 3358615"/>
              <a:gd name="connsiteX6" fmla="*/ 0 w 3375142"/>
              <a:gd name="connsiteY6" fmla="*/ 524045 h 3358615"/>
              <a:gd name="connsiteX7" fmla="*/ 524045 w 3375142"/>
              <a:gd name="connsiteY7" fmla="*/ 0 h 3358615"/>
              <a:gd name="connsiteX0" fmla="*/ 3375142 w 3466582"/>
              <a:gd name="connsiteY0" fmla="*/ 2550301 h 3358615"/>
              <a:gd name="connsiteX1" fmla="*/ 3375142 w 3466582"/>
              <a:gd name="connsiteY1" fmla="*/ 2834570 h 3358615"/>
              <a:gd name="connsiteX2" fmla="*/ 2851097 w 3466582"/>
              <a:gd name="connsiteY2" fmla="*/ 3358615 h 3358615"/>
              <a:gd name="connsiteX3" fmla="*/ 524045 w 3466582"/>
              <a:gd name="connsiteY3" fmla="*/ 3358615 h 3358615"/>
              <a:gd name="connsiteX4" fmla="*/ 0 w 3466582"/>
              <a:gd name="connsiteY4" fmla="*/ 2834570 h 3358615"/>
              <a:gd name="connsiteX5" fmla="*/ 0 w 3466582"/>
              <a:gd name="connsiteY5" fmla="*/ 524045 h 3358615"/>
              <a:gd name="connsiteX6" fmla="*/ 524045 w 3466582"/>
              <a:gd name="connsiteY6" fmla="*/ 0 h 3358615"/>
              <a:gd name="connsiteX7" fmla="*/ 824841 w 3466582"/>
              <a:gd name="connsiteY7" fmla="*/ 0 h 3358615"/>
              <a:gd name="connsiteX8" fmla="*/ 3466582 w 3466582"/>
              <a:gd name="connsiteY8" fmla="*/ 2641741 h 3358615"/>
              <a:gd name="connsiteX0" fmla="*/ 3375142 w 3375142"/>
              <a:gd name="connsiteY0" fmla="*/ 2550301 h 3358615"/>
              <a:gd name="connsiteX1" fmla="*/ 3375142 w 3375142"/>
              <a:gd name="connsiteY1" fmla="*/ 2834570 h 3358615"/>
              <a:gd name="connsiteX2" fmla="*/ 2851097 w 3375142"/>
              <a:gd name="connsiteY2" fmla="*/ 3358615 h 3358615"/>
              <a:gd name="connsiteX3" fmla="*/ 524045 w 3375142"/>
              <a:gd name="connsiteY3" fmla="*/ 3358615 h 3358615"/>
              <a:gd name="connsiteX4" fmla="*/ 0 w 3375142"/>
              <a:gd name="connsiteY4" fmla="*/ 2834570 h 3358615"/>
              <a:gd name="connsiteX5" fmla="*/ 0 w 3375142"/>
              <a:gd name="connsiteY5" fmla="*/ 524045 h 3358615"/>
              <a:gd name="connsiteX6" fmla="*/ 524045 w 3375142"/>
              <a:gd name="connsiteY6" fmla="*/ 0 h 3358615"/>
              <a:gd name="connsiteX7" fmla="*/ 824841 w 3375142"/>
              <a:gd name="connsiteY7" fmla="*/ 0 h 335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75142" h="3358615">
                <a:moveTo>
                  <a:pt x="3375142" y="2550301"/>
                </a:moveTo>
                <a:lnTo>
                  <a:pt x="3375142" y="2834570"/>
                </a:lnTo>
                <a:cubicBezTo>
                  <a:pt x="3375142" y="3123992"/>
                  <a:pt x="3140519" y="3358615"/>
                  <a:pt x="2851097" y="3358615"/>
                </a:cubicBezTo>
                <a:lnTo>
                  <a:pt x="524045" y="3358615"/>
                </a:lnTo>
                <a:cubicBezTo>
                  <a:pt x="234623" y="3358615"/>
                  <a:pt x="0" y="3123992"/>
                  <a:pt x="0" y="2834570"/>
                </a:cubicBezTo>
                <a:lnTo>
                  <a:pt x="0" y="524045"/>
                </a:lnTo>
                <a:cubicBezTo>
                  <a:pt x="0" y="234623"/>
                  <a:pt x="234623" y="0"/>
                  <a:pt x="524045" y="0"/>
                </a:cubicBezTo>
                <a:lnTo>
                  <a:pt x="824841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9A477D-265C-9608-FDB2-0CC08A6EB248}"/>
              </a:ext>
            </a:extLst>
          </p:cNvPr>
          <p:cNvSpPr/>
          <p:nvPr userDrawn="1"/>
        </p:nvSpPr>
        <p:spPr>
          <a:xfrm rot="-2700000">
            <a:off x="8628149" y="-1411464"/>
            <a:ext cx="3721275" cy="4628377"/>
          </a:xfrm>
          <a:custGeom>
            <a:avLst/>
            <a:gdLst>
              <a:gd name="connsiteX0" fmla="*/ 823095 w 3721275"/>
              <a:gd name="connsiteY0" fmla="*/ 0 h 4628377"/>
              <a:gd name="connsiteX1" fmla="*/ 3721275 w 3721275"/>
              <a:gd name="connsiteY1" fmla="*/ 2898181 h 4628377"/>
              <a:gd name="connsiteX2" fmla="*/ 1991079 w 3721275"/>
              <a:gd name="connsiteY2" fmla="*/ 4628377 h 4628377"/>
              <a:gd name="connsiteX3" fmla="*/ 648536 w 3721275"/>
              <a:gd name="connsiteY3" fmla="*/ 4628377 h 4628377"/>
              <a:gd name="connsiteX4" fmla="*/ 0 w 3721275"/>
              <a:gd name="connsiteY4" fmla="*/ 3979841 h 4628377"/>
              <a:gd name="connsiteX5" fmla="*/ 0 w 3721275"/>
              <a:gd name="connsiteY5" fmla="*/ 648536 h 4628377"/>
              <a:gd name="connsiteX6" fmla="*/ 648536 w 3721275"/>
              <a:gd name="connsiteY6" fmla="*/ 0 h 4628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21275" h="4628377">
                <a:moveTo>
                  <a:pt x="823095" y="0"/>
                </a:moveTo>
                <a:lnTo>
                  <a:pt x="3721275" y="2898181"/>
                </a:lnTo>
                <a:lnTo>
                  <a:pt x="1991079" y="4628377"/>
                </a:lnTo>
                <a:lnTo>
                  <a:pt x="648536" y="4628377"/>
                </a:lnTo>
                <a:cubicBezTo>
                  <a:pt x="290359" y="4628377"/>
                  <a:pt x="0" y="4338018"/>
                  <a:pt x="0" y="3979841"/>
                </a:cubicBezTo>
                <a:lnTo>
                  <a:pt x="0" y="648536"/>
                </a:lnTo>
                <a:cubicBezTo>
                  <a:pt x="0" y="290359"/>
                  <a:pt x="290359" y="0"/>
                  <a:pt x="6485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3805466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4-03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  <a:br>
              <a:rPr lang="en-US"/>
            </a:br>
            <a:br>
              <a:rPr lang="en-US"/>
            </a:br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3076B7C-F202-996E-7DFF-5D02CB251F3F}"/>
              </a:ext>
            </a:extLst>
          </p:cNvPr>
          <p:cNvSpPr/>
          <p:nvPr userDrawn="1"/>
        </p:nvSpPr>
        <p:spPr>
          <a:xfrm rot="2700000">
            <a:off x="10287508" y="-38027"/>
            <a:ext cx="2386306" cy="3251042"/>
          </a:xfrm>
          <a:custGeom>
            <a:avLst/>
            <a:gdLst>
              <a:gd name="connsiteX0" fmla="*/ 0 w 2386306"/>
              <a:gd name="connsiteY0" fmla="*/ 573618 h 3251042"/>
              <a:gd name="connsiteX1" fmla="*/ 573618 w 2386306"/>
              <a:gd name="connsiteY1" fmla="*/ 0 h 3251042"/>
              <a:gd name="connsiteX2" fmla="*/ 2386306 w 2386306"/>
              <a:gd name="connsiteY2" fmla="*/ 1812689 h 3251042"/>
              <a:gd name="connsiteX3" fmla="*/ 2386306 w 2386306"/>
              <a:gd name="connsiteY3" fmla="*/ 2894719 h 3251042"/>
              <a:gd name="connsiteX4" fmla="*/ 2029983 w 2386306"/>
              <a:gd name="connsiteY4" fmla="*/ 3251042 h 3251042"/>
              <a:gd name="connsiteX5" fmla="*/ 356323 w 2386306"/>
              <a:gd name="connsiteY5" fmla="*/ 3251042 h 3251042"/>
              <a:gd name="connsiteX6" fmla="*/ 0 w 2386306"/>
              <a:gd name="connsiteY6" fmla="*/ 2894719 h 325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6306" h="3251042">
                <a:moveTo>
                  <a:pt x="0" y="573618"/>
                </a:moveTo>
                <a:lnTo>
                  <a:pt x="573618" y="0"/>
                </a:lnTo>
                <a:lnTo>
                  <a:pt x="2386306" y="1812689"/>
                </a:lnTo>
                <a:lnTo>
                  <a:pt x="2386306" y="2894719"/>
                </a:lnTo>
                <a:cubicBezTo>
                  <a:pt x="2386306" y="3091511"/>
                  <a:pt x="2226775" y="3251042"/>
                  <a:pt x="2029983" y="3251042"/>
                </a:cubicBezTo>
                <a:lnTo>
                  <a:pt x="356323" y="3251042"/>
                </a:lnTo>
                <a:cubicBezTo>
                  <a:pt x="159531" y="3251042"/>
                  <a:pt x="0" y="3091511"/>
                  <a:pt x="0" y="2894719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CF6A970-AE29-6F75-C4C8-B187F617CAEC}"/>
              </a:ext>
            </a:extLst>
          </p:cNvPr>
          <p:cNvSpPr/>
          <p:nvPr userDrawn="1"/>
        </p:nvSpPr>
        <p:spPr>
          <a:xfrm rot="2700000">
            <a:off x="10132011" y="1200350"/>
            <a:ext cx="2806378" cy="2807032"/>
          </a:xfrm>
          <a:custGeom>
            <a:avLst/>
            <a:gdLst>
              <a:gd name="connsiteX0" fmla="*/ 93508 w 2806378"/>
              <a:gd name="connsiteY0" fmla="*/ 93507 h 2807032"/>
              <a:gd name="connsiteX1" fmla="*/ 319254 w 2806378"/>
              <a:gd name="connsiteY1" fmla="*/ 0 h 2807032"/>
              <a:gd name="connsiteX2" fmla="*/ 928529 w 2806378"/>
              <a:gd name="connsiteY2" fmla="*/ 0 h 2807032"/>
              <a:gd name="connsiteX3" fmla="*/ 2806378 w 2806378"/>
              <a:gd name="connsiteY3" fmla="*/ 1877849 h 2807032"/>
              <a:gd name="connsiteX4" fmla="*/ 2806378 w 2806378"/>
              <a:gd name="connsiteY4" fmla="*/ 2487778 h 2807032"/>
              <a:gd name="connsiteX5" fmla="*/ 2487124 w 2806378"/>
              <a:gd name="connsiteY5" fmla="*/ 2807032 h 2807032"/>
              <a:gd name="connsiteX6" fmla="*/ 319254 w 2806378"/>
              <a:gd name="connsiteY6" fmla="*/ 2807032 h 2807032"/>
              <a:gd name="connsiteX7" fmla="*/ 0 w 2806378"/>
              <a:gd name="connsiteY7" fmla="*/ 2487778 h 2807032"/>
              <a:gd name="connsiteX8" fmla="*/ 0 w 2806378"/>
              <a:gd name="connsiteY8" fmla="*/ 319254 h 2807032"/>
              <a:gd name="connsiteX9" fmla="*/ 93508 w 2806378"/>
              <a:gd name="connsiteY9" fmla="*/ 93507 h 2807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6378" h="2807032">
                <a:moveTo>
                  <a:pt x="93508" y="93507"/>
                </a:moveTo>
                <a:cubicBezTo>
                  <a:pt x="151281" y="35733"/>
                  <a:pt x="231095" y="0"/>
                  <a:pt x="319254" y="0"/>
                </a:cubicBezTo>
                <a:lnTo>
                  <a:pt x="928529" y="0"/>
                </a:lnTo>
                <a:lnTo>
                  <a:pt x="2806378" y="1877849"/>
                </a:lnTo>
                <a:lnTo>
                  <a:pt x="2806378" y="2487778"/>
                </a:lnTo>
                <a:cubicBezTo>
                  <a:pt x="2806378" y="2664097"/>
                  <a:pt x="2663443" y="2807032"/>
                  <a:pt x="2487124" y="2807032"/>
                </a:cubicBezTo>
                <a:lnTo>
                  <a:pt x="319254" y="2807032"/>
                </a:lnTo>
                <a:cubicBezTo>
                  <a:pt x="142935" y="2807032"/>
                  <a:pt x="0" y="2664097"/>
                  <a:pt x="0" y="2487778"/>
                </a:cubicBezTo>
                <a:lnTo>
                  <a:pt x="0" y="319254"/>
                </a:lnTo>
                <a:cubicBezTo>
                  <a:pt x="0" y="231094"/>
                  <a:pt x="35734" y="151281"/>
                  <a:pt x="93508" y="935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C595510-407A-9229-034C-83CA1804EAD4}"/>
              </a:ext>
            </a:extLst>
          </p:cNvPr>
          <p:cNvSpPr/>
          <p:nvPr userDrawn="1"/>
        </p:nvSpPr>
        <p:spPr>
          <a:xfrm rot="2700000">
            <a:off x="10839088" y="1250954"/>
            <a:ext cx="2705824" cy="2705824"/>
          </a:xfrm>
          <a:custGeom>
            <a:avLst/>
            <a:gdLst>
              <a:gd name="connsiteX0" fmla="*/ 0 w 2705824"/>
              <a:gd name="connsiteY0" fmla="*/ 0 h 2705824"/>
              <a:gd name="connsiteX1" fmla="*/ 2705824 w 2705824"/>
              <a:gd name="connsiteY1" fmla="*/ 2705824 h 2705824"/>
              <a:gd name="connsiteX2" fmla="*/ 306766 w 2705824"/>
              <a:gd name="connsiteY2" fmla="*/ 2705824 h 2705824"/>
              <a:gd name="connsiteX3" fmla="*/ 0 w 2705824"/>
              <a:gd name="connsiteY3" fmla="*/ 2399058 h 2705824"/>
              <a:gd name="connsiteX0" fmla="*/ 2705824 w 2797264"/>
              <a:gd name="connsiteY0" fmla="*/ 2705824 h 2797264"/>
              <a:gd name="connsiteX1" fmla="*/ 306766 w 2797264"/>
              <a:gd name="connsiteY1" fmla="*/ 2705824 h 2797264"/>
              <a:gd name="connsiteX2" fmla="*/ 0 w 2797264"/>
              <a:gd name="connsiteY2" fmla="*/ 2399058 h 2797264"/>
              <a:gd name="connsiteX3" fmla="*/ 0 w 2797264"/>
              <a:gd name="connsiteY3" fmla="*/ 0 h 2797264"/>
              <a:gd name="connsiteX4" fmla="*/ 2797264 w 2797264"/>
              <a:gd name="connsiteY4" fmla="*/ 2797264 h 2797264"/>
              <a:gd name="connsiteX0" fmla="*/ 2705824 w 2705824"/>
              <a:gd name="connsiteY0" fmla="*/ 2705824 h 2705824"/>
              <a:gd name="connsiteX1" fmla="*/ 306766 w 2705824"/>
              <a:gd name="connsiteY1" fmla="*/ 2705824 h 2705824"/>
              <a:gd name="connsiteX2" fmla="*/ 0 w 2705824"/>
              <a:gd name="connsiteY2" fmla="*/ 2399058 h 2705824"/>
              <a:gd name="connsiteX3" fmla="*/ 0 w 2705824"/>
              <a:gd name="connsiteY3" fmla="*/ 0 h 27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5824" h="2705824">
                <a:moveTo>
                  <a:pt x="2705824" y="2705824"/>
                </a:moveTo>
                <a:lnTo>
                  <a:pt x="306766" y="2705824"/>
                </a:lnTo>
                <a:cubicBezTo>
                  <a:pt x="137344" y="2705824"/>
                  <a:pt x="0" y="2568480"/>
                  <a:pt x="0" y="2399058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rgbClr val="0CEF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214898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4-04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and Can be 3 Lines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  <a:br>
              <a:rPr lang="en-US"/>
            </a:br>
            <a:br>
              <a:rPr lang="en-US"/>
            </a:br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2025.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3F902-AAD1-8100-DE89-9A4C865E166B}"/>
              </a:ext>
            </a:extLst>
          </p:cNvPr>
          <p:cNvSpPr/>
          <p:nvPr userDrawn="1"/>
        </p:nvSpPr>
        <p:spPr>
          <a:xfrm rot="2700000">
            <a:off x="9798166" y="-906004"/>
            <a:ext cx="1193902" cy="4301542"/>
          </a:xfrm>
          <a:custGeom>
            <a:avLst/>
            <a:gdLst>
              <a:gd name="connsiteX0" fmla="*/ 0 w 1193902"/>
              <a:gd name="connsiteY0" fmla="*/ 987355 h 4301542"/>
              <a:gd name="connsiteX1" fmla="*/ 987355 w 1193902"/>
              <a:gd name="connsiteY1" fmla="*/ 0 h 4301542"/>
              <a:gd name="connsiteX2" fmla="*/ 1193902 w 1193902"/>
              <a:gd name="connsiteY2" fmla="*/ 206546 h 4301542"/>
              <a:gd name="connsiteX3" fmla="*/ 1193901 w 1193902"/>
              <a:gd name="connsiteY3" fmla="*/ 3704591 h 4301542"/>
              <a:gd name="connsiteX4" fmla="*/ 596950 w 1193902"/>
              <a:gd name="connsiteY4" fmla="*/ 4301542 h 4301542"/>
              <a:gd name="connsiteX5" fmla="*/ 596951 w 1193902"/>
              <a:gd name="connsiteY5" fmla="*/ 4301541 h 4301542"/>
              <a:gd name="connsiteX6" fmla="*/ 0 w 1193902"/>
              <a:gd name="connsiteY6" fmla="*/ 370459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  <a:gd name="connsiteX7" fmla="*/ 1078795 w 1193902"/>
              <a:gd name="connsiteY7" fmla="*/ 9144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3902" h="4301542">
                <a:moveTo>
                  <a:pt x="987355" y="0"/>
                </a:moveTo>
                <a:lnTo>
                  <a:pt x="1193902" y="206546"/>
                </a:lnTo>
                <a:cubicBezTo>
                  <a:pt x="1193902" y="1372561"/>
                  <a:pt x="1193901" y="2538576"/>
                  <a:pt x="1193901" y="3704591"/>
                </a:cubicBezTo>
                <a:cubicBezTo>
                  <a:pt x="1193901" y="4034278"/>
                  <a:pt x="926637" y="4301542"/>
                  <a:pt x="596950" y="4301542"/>
                </a:cubicBezTo>
                <a:lnTo>
                  <a:pt x="596951" y="4301541"/>
                </a:lnTo>
                <a:cubicBezTo>
                  <a:pt x="267264" y="4301541"/>
                  <a:pt x="0" y="4034277"/>
                  <a:pt x="0" y="3704590"/>
                </a:cubicBezTo>
                <a:lnTo>
                  <a:pt x="0" y="987355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C2DBB2-A181-4E29-6CCA-A8F30AC33C44}"/>
              </a:ext>
            </a:extLst>
          </p:cNvPr>
          <p:cNvSpPr/>
          <p:nvPr userDrawn="1"/>
        </p:nvSpPr>
        <p:spPr>
          <a:xfrm rot="2700000">
            <a:off x="11019741" y="1955164"/>
            <a:ext cx="825711" cy="2790751"/>
          </a:xfrm>
          <a:custGeom>
            <a:avLst/>
            <a:gdLst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6" fmla="*/ 91440 w 825711"/>
              <a:gd name="connsiteY6" fmla="*/ 91440 h 2882191"/>
              <a:gd name="connsiteX0" fmla="*/ 825711 w 825711"/>
              <a:gd name="connsiteY0" fmla="*/ 734271 h 2790751"/>
              <a:gd name="connsiteX1" fmla="*/ 825711 w 825711"/>
              <a:gd name="connsiteY1" fmla="*/ 2377895 h 2790751"/>
              <a:gd name="connsiteX2" fmla="*/ 412855 w 825711"/>
              <a:gd name="connsiteY2" fmla="*/ 2790751 h 2790751"/>
              <a:gd name="connsiteX3" fmla="*/ 412856 w 825711"/>
              <a:gd name="connsiteY3" fmla="*/ 2790750 h 2790751"/>
              <a:gd name="connsiteX4" fmla="*/ 0 w 825711"/>
              <a:gd name="connsiteY4" fmla="*/ 2377894 h 2790751"/>
              <a:gd name="connsiteX5" fmla="*/ 91440 w 825711"/>
              <a:gd name="connsiteY5" fmla="*/ 0 h 279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2790751">
                <a:moveTo>
                  <a:pt x="825711" y="734271"/>
                </a:moveTo>
                <a:lnTo>
                  <a:pt x="825711" y="2377895"/>
                </a:lnTo>
                <a:cubicBezTo>
                  <a:pt x="825711" y="2605909"/>
                  <a:pt x="640869" y="2790751"/>
                  <a:pt x="412855" y="2790751"/>
                </a:cubicBezTo>
                <a:lnTo>
                  <a:pt x="412856" y="2790750"/>
                </a:lnTo>
                <a:cubicBezTo>
                  <a:pt x="184842" y="2790750"/>
                  <a:pt x="0" y="2605908"/>
                  <a:pt x="0" y="2377894"/>
                </a:cubicBezTo>
                <a:cubicBezTo>
                  <a:pt x="0" y="1554783"/>
                  <a:pt x="91440" y="0"/>
                  <a:pt x="91440" y="0"/>
                </a:cubicBezTo>
              </a:path>
            </a:pathLst>
          </a:custGeom>
          <a:noFill/>
          <a:ln w="12700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C722F8-9A5C-19E5-0242-1E41CA5B41E8}"/>
              </a:ext>
            </a:extLst>
          </p:cNvPr>
          <p:cNvSpPr/>
          <p:nvPr userDrawn="1"/>
        </p:nvSpPr>
        <p:spPr>
          <a:xfrm rot="2700000">
            <a:off x="10059962" y="-488825"/>
            <a:ext cx="1032256" cy="5442037"/>
          </a:xfrm>
          <a:custGeom>
            <a:avLst/>
            <a:gdLst>
              <a:gd name="connsiteX0" fmla="*/ 0 w 1032256"/>
              <a:gd name="connsiteY0" fmla="*/ 80350 h 5442037"/>
              <a:gd name="connsiteX1" fmla="*/ 80350 w 1032256"/>
              <a:gd name="connsiteY1" fmla="*/ 0 h 5442037"/>
              <a:gd name="connsiteX2" fmla="*/ 1032256 w 1032256"/>
              <a:gd name="connsiteY2" fmla="*/ 951906 h 5442037"/>
              <a:gd name="connsiteX3" fmla="*/ 1032255 w 1032256"/>
              <a:gd name="connsiteY3" fmla="*/ 4925909 h 5442037"/>
              <a:gd name="connsiteX4" fmla="*/ 516127 w 1032256"/>
              <a:gd name="connsiteY4" fmla="*/ 5442037 h 5442037"/>
              <a:gd name="connsiteX5" fmla="*/ 516128 w 1032256"/>
              <a:gd name="connsiteY5" fmla="*/ 5442036 h 5442037"/>
              <a:gd name="connsiteX6" fmla="*/ 0 w 1032256"/>
              <a:gd name="connsiteY6" fmla="*/ 4925908 h 544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256" h="5442037">
                <a:moveTo>
                  <a:pt x="0" y="80350"/>
                </a:moveTo>
                <a:lnTo>
                  <a:pt x="80350" y="0"/>
                </a:lnTo>
                <a:lnTo>
                  <a:pt x="1032256" y="951906"/>
                </a:lnTo>
                <a:lnTo>
                  <a:pt x="1032255" y="4925909"/>
                </a:lnTo>
                <a:cubicBezTo>
                  <a:pt x="1032255" y="5210959"/>
                  <a:pt x="801177" y="5442037"/>
                  <a:pt x="516127" y="5442037"/>
                </a:cubicBezTo>
                <a:lnTo>
                  <a:pt x="516128" y="5442036"/>
                </a:lnTo>
                <a:cubicBezTo>
                  <a:pt x="231078" y="5442036"/>
                  <a:pt x="0" y="5210958"/>
                  <a:pt x="0" y="49259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1D5A5C-10B5-236E-C5A3-320C49CAC101}"/>
              </a:ext>
            </a:extLst>
          </p:cNvPr>
          <p:cNvSpPr/>
          <p:nvPr userDrawn="1"/>
        </p:nvSpPr>
        <p:spPr>
          <a:xfrm rot="2700000">
            <a:off x="10155384" y="-743160"/>
            <a:ext cx="619166" cy="4750557"/>
          </a:xfrm>
          <a:custGeom>
            <a:avLst/>
            <a:gdLst>
              <a:gd name="connsiteX0" fmla="*/ 0 w 619166"/>
              <a:gd name="connsiteY0" fmla="*/ 376697 h 4750557"/>
              <a:gd name="connsiteX1" fmla="*/ 376697 w 619166"/>
              <a:gd name="connsiteY1" fmla="*/ 0 h 4750557"/>
              <a:gd name="connsiteX2" fmla="*/ 619166 w 619166"/>
              <a:gd name="connsiteY2" fmla="*/ 242469 h 4750557"/>
              <a:gd name="connsiteX3" fmla="*/ 619165 w 619166"/>
              <a:gd name="connsiteY3" fmla="*/ 4440974 h 4750557"/>
              <a:gd name="connsiteX4" fmla="*/ 309582 w 619166"/>
              <a:gd name="connsiteY4" fmla="*/ 4750557 h 4750557"/>
              <a:gd name="connsiteX5" fmla="*/ 309583 w 619166"/>
              <a:gd name="connsiteY5" fmla="*/ 4750556 h 4750557"/>
              <a:gd name="connsiteX6" fmla="*/ 0 w 619166"/>
              <a:gd name="connsiteY6" fmla="*/ 4440973 h 475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166" h="4750557">
                <a:moveTo>
                  <a:pt x="0" y="376697"/>
                </a:moveTo>
                <a:lnTo>
                  <a:pt x="376697" y="0"/>
                </a:lnTo>
                <a:lnTo>
                  <a:pt x="619166" y="242469"/>
                </a:lnTo>
                <a:lnTo>
                  <a:pt x="619165" y="4440974"/>
                </a:lnTo>
                <a:cubicBezTo>
                  <a:pt x="619165" y="4611952"/>
                  <a:pt x="480560" y="4750557"/>
                  <a:pt x="309582" y="4750557"/>
                </a:cubicBezTo>
                <a:lnTo>
                  <a:pt x="309583" y="4750556"/>
                </a:lnTo>
                <a:cubicBezTo>
                  <a:pt x="138605" y="4750556"/>
                  <a:pt x="0" y="4611951"/>
                  <a:pt x="0" y="4440973"/>
                </a:cubicBezTo>
                <a:close/>
              </a:path>
            </a:pathLst>
          </a:custGeom>
          <a:solidFill>
            <a:srgbClr val="0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80E180-0B33-1124-60B3-4CE23784FB15}"/>
              </a:ext>
            </a:extLst>
          </p:cNvPr>
          <p:cNvSpPr/>
          <p:nvPr userDrawn="1"/>
        </p:nvSpPr>
        <p:spPr>
          <a:xfrm rot="2700000">
            <a:off x="10829819" y="1073856"/>
            <a:ext cx="825711" cy="3510810"/>
          </a:xfrm>
          <a:custGeom>
            <a:avLst/>
            <a:gdLst>
              <a:gd name="connsiteX0" fmla="*/ 0 w 825711"/>
              <a:gd name="connsiteY0" fmla="*/ 0 h 3510810"/>
              <a:gd name="connsiteX1" fmla="*/ 825711 w 825711"/>
              <a:gd name="connsiteY1" fmla="*/ 825711 h 3510810"/>
              <a:gd name="connsiteX2" fmla="*/ 825711 w 825711"/>
              <a:gd name="connsiteY2" fmla="*/ 3097954 h 3510810"/>
              <a:gd name="connsiteX3" fmla="*/ 412855 w 825711"/>
              <a:gd name="connsiteY3" fmla="*/ 3510810 h 3510810"/>
              <a:gd name="connsiteX4" fmla="*/ 412856 w 825711"/>
              <a:gd name="connsiteY4" fmla="*/ 3510809 h 3510810"/>
              <a:gd name="connsiteX5" fmla="*/ 0 w 825711"/>
              <a:gd name="connsiteY5" fmla="*/ 3097953 h 351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3510810">
                <a:moveTo>
                  <a:pt x="0" y="0"/>
                </a:moveTo>
                <a:lnTo>
                  <a:pt x="825711" y="825711"/>
                </a:lnTo>
                <a:lnTo>
                  <a:pt x="825711" y="3097954"/>
                </a:lnTo>
                <a:cubicBezTo>
                  <a:pt x="825711" y="3325968"/>
                  <a:pt x="640869" y="3510810"/>
                  <a:pt x="412855" y="3510810"/>
                </a:cubicBezTo>
                <a:lnTo>
                  <a:pt x="412856" y="3510809"/>
                </a:lnTo>
                <a:cubicBezTo>
                  <a:pt x="184842" y="3510809"/>
                  <a:pt x="0" y="3325967"/>
                  <a:pt x="0" y="30979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3618013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2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30"/>
            <a:ext cx="11338560" cy="45778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148329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9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Arial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</a:t>
            </a:r>
            <a:r>
              <a:rPr lang="en-US" noProof="0" err="1"/>
              <a:t>sed</a:t>
            </a:r>
            <a:r>
              <a:rPr lang="en-US" noProof="0"/>
              <a:t> </a:t>
            </a:r>
            <a:r>
              <a:rPr lang="en-US" noProof="0" err="1"/>
              <a:t>diam</a:t>
            </a:r>
            <a:r>
              <a:rPr lang="en-US" noProof="0"/>
              <a:t>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17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accent1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Arial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</a:t>
            </a:r>
            <a:r>
              <a:rPr lang="en-US" noProof="0" err="1"/>
              <a:t>sed</a:t>
            </a:r>
            <a:r>
              <a:rPr lang="en-US" noProof="0"/>
              <a:t> </a:t>
            </a:r>
            <a:r>
              <a:rPr lang="en-US" noProof="0" err="1"/>
              <a:t>diam</a:t>
            </a:r>
            <a:r>
              <a:rPr lang="en-US" noProof="0"/>
              <a:t>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148329" cy="0"/>
          </a:xfrm>
          <a:prstGeom prst="line">
            <a:avLst/>
          </a:prstGeom>
          <a:ln w="254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2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702626"/>
            <a:ext cx="5532119" cy="458114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702626"/>
            <a:ext cx="5532119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7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286358"/>
            <a:ext cx="5532119" cy="49941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286358"/>
            <a:ext cx="5532119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4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84694" y="1702626"/>
            <a:ext cx="3621024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02230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243462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5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8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9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85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353568" y="0"/>
            <a:ext cx="11484864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accent1"/>
              </a:buClr>
              <a:buFont typeface="System Font Regular"/>
              <a:buChar char="+"/>
              <a:defRPr sz="18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-1" y="260324"/>
            <a:ext cx="1250388" cy="1575820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1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_Two Column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353568" y="0"/>
            <a:ext cx="11484864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accent1"/>
              </a:buClr>
              <a:buFont typeface="System Font Regular"/>
              <a:buChar char="+"/>
              <a:defRPr sz="18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-1" y="260324"/>
            <a:ext cx="1250388" cy="1575820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38DDCEC-B402-6B40-82F9-F72F5C447EC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accent1"/>
              </a:buClr>
              <a:buFont typeface="System Font Regular"/>
              <a:buChar char="+"/>
              <a:defRPr sz="18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9C8C25AB-04B1-1747-A689-D16DAAB4C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8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Lef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7A7498E-6C5A-334A-934D-1310A3997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108192" cy="68580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03691" y="2079330"/>
            <a:ext cx="5219563" cy="42011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485711" y="1079592"/>
            <a:ext cx="5237542" cy="768263"/>
          </a:xfrm>
          <a:prstGeom prst="rect">
            <a:avLst/>
          </a:prstGeom>
        </p:spPr>
        <p:txBody>
          <a:bodyPr anchor="b" anchorCtr="0"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20pt Arial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485710" y="6387858"/>
            <a:ext cx="3184467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69760"/>
            <a:ext cx="8016949" cy="302910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NOTE: All photos used in this layout must be cropped to 6.68” wide X 7.5” tall at 150dpi resolution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B9E4976-132F-F449-8124-B504F37C98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6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08ABCCBF-3981-0241-8287-3903E624904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3808" y="0"/>
            <a:ext cx="6108192" cy="6858000"/>
          </a:xfrm>
          <a:prstGeom prst="rect">
            <a:avLst/>
          </a:prstGeom>
          <a:blipFill>
            <a:blip r:embed="rId2"/>
            <a:stretch>
              <a:fillRect l="1"/>
            </a:stretch>
          </a:blipFill>
          <a:effectLst/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A3F7CAF-2DCF-AE44-8B02-C3A9F59943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69760"/>
            <a:ext cx="8016949" cy="302910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NOTE: All photos used in this layout must be cropped to 6.68” wide X 7.5” tall at 150dpi resolution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8F1DF2-27A3-8249-8796-6A002E0D8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694" y="1079592"/>
            <a:ext cx="5237543" cy="768263"/>
          </a:xfrm>
          <a:prstGeom prst="rect">
            <a:avLst/>
          </a:prstGeom>
        </p:spPr>
        <p:txBody>
          <a:bodyPr anchor="b" anchorCtr="0"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20pt Arial Bold sentence case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DD56D8B-7A45-7247-92A2-DECA0DA4B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5237543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B5D617-8638-9248-B078-99CA6D58FCA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02674" y="2079330"/>
            <a:ext cx="5219563" cy="42011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228947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Left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EBA7B86-AF66-5642-80C5-A8A4D9FEB9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3B40F6B-0093-4E4E-93B6-688B272C10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44112" y="0"/>
            <a:ext cx="4114799" cy="2971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274320"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Photo dividers with text on left 36pt Arial Bold sentence case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62E9D9-E5C1-F84F-9915-F25709579CD2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72E2FA7F-1AB5-4252-BF66-00A17FC6F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69760"/>
            <a:ext cx="8016949" cy="302910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165404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 Righ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8C96C06-AFDA-BB43-A8AD-9713C5A7978C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2810-5A25-4006-AC1A-C7724FC47010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374672-D2D3-4DCE-8649-950F3EAEDB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7033089" y="0"/>
            <a:ext cx="4114799" cy="2971800"/>
          </a:xfrm>
          <a:prstGeom prst="rect">
            <a:avLst/>
          </a:prstGeom>
          <a:solidFill>
            <a:srgbClr val="F4F4F4"/>
          </a:solidFill>
        </p:spPr>
        <p:txBody>
          <a:bodyPr lIns="274320"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Photo dividers with text on right 36pt Arial Bold sentence case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24BBE5E7-5805-45C0-A8D8-6F96062DEC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69760"/>
            <a:ext cx="8016949" cy="302910"/>
          </a:xfrm>
          <a:prstGeom prst="rect">
            <a:avLst/>
          </a:prstGeom>
          <a:solidFill>
            <a:srgbClr val="DA291C"/>
          </a:soli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NOTE: All photos used in this layout must be cropped to 13.33” wide X 7.5” tall at 150dpi resolution</a:t>
            </a:r>
          </a:p>
        </p:txBody>
      </p:sp>
    </p:spTree>
    <p:extLst>
      <p:ext uri="{BB962C8B-B14F-4D97-AF65-F5344CB8AC3E}">
        <p14:creationId xmlns:p14="http://schemas.microsoft.com/office/powerpoint/2010/main" val="125629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7CB88CE-AFAB-3162-5EFA-DACFAECFC82B}"/>
              </a:ext>
            </a:extLst>
          </p:cNvPr>
          <p:cNvSpPr/>
          <p:nvPr userDrawn="1"/>
        </p:nvSpPr>
        <p:spPr>
          <a:xfrm rot="5400000" flipH="1">
            <a:off x="1141342" y="704015"/>
            <a:ext cx="877958" cy="316064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78BBCD43-EEDD-17C3-B8E4-320E6ECA340F}"/>
              </a:ext>
            </a:extLst>
          </p:cNvPr>
          <p:cNvSpPr/>
          <p:nvPr userDrawn="1"/>
        </p:nvSpPr>
        <p:spPr>
          <a:xfrm rot="5400000" flipH="1">
            <a:off x="572602" y="4899986"/>
            <a:ext cx="877958" cy="202316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C34CDE1-031B-F659-37E6-092E1C8890F5}"/>
              </a:ext>
            </a:extLst>
          </p:cNvPr>
          <p:cNvSpPr/>
          <p:nvPr userDrawn="1"/>
        </p:nvSpPr>
        <p:spPr>
          <a:xfrm rot="5400000" flipH="1">
            <a:off x="766970" y="1545530"/>
            <a:ext cx="3591342" cy="51252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F0223E2A-EF00-0A08-DA2A-FCB4BDA5AE23}"/>
              </a:ext>
            </a:extLst>
          </p:cNvPr>
          <p:cNvSpPr/>
          <p:nvPr userDrawn="1"/>
        </p:nvSpPr>
        <p:spPr>
          <a:xfrm rot="5400000" flipH="1">
            <a:off x="2255792" y="2934275"/>
            <a:ext cx="877958" cy="5389536"/>
          </a:xfrm>
          <a:custGeom>
            <a:avLst/>
            <a:gdLst>
              <a:gd name="connsiteX0" fmla="*/ 438979 w 877958"/>
              <a:gd name="connsiteY0" fmla="*/ 0 h 5389536"/>
              <a:gd name="connsiteX1" fmla="*/ 438979 w 877958"/>
              <a:gd name="connsiteY1" fmla="*/ 0 h 5389536"/>
              <a:gd name="connsiteX2" fmla="*/ 877958 w 877958"/>
              <a:gd name="connsiteY2" fmla="*/ 438979 h 5389536"/>
              <a:gd name="connsiteX3" fmla="*/ 877958 w 877958"/>
              <a:gd name="connsiteY3" fmla="*/ 5389536 h 5389536"/>
              <a:gd name="connsiteX4" fmla="*/ 877958 w 877958"/>
              <a:gd name="connsiteY4" fmla="*/ 5389536 h 5389536"/>
              <a:gd name="connsiteX5" fmla="*/ 0 w 877958"/>
              <a:gd name="connsiteY5" fmla="*/ 5389536 h 5389536"/>
              <a:gd name="connsiteX6" fmla="*/ 0 w 877958"/>
              <a:gd name="connsiteY6" fmla="*/ 5389536 h 5389536"/>
              <a:gd name="connsiteX7" fmla="*/ 0 w 877958"/>
              <a:gd name="connsiteY7" fmla="*/ 438979 h 5389536"/>
              <a:gd name="connsiteX8" fmla="*/ 438979 w 877958"/>
              <a:gd name="connsiteY8" fmla="*/ 0 h 5389536"/>
              <a:gd name="connsiteX0" fmla="*/ 0 w 877958"/>
              <a:gd name="connsiteY0" fmla="*/ 5389536 h 5480976"/>
              <a:gd name="connsiteX1" fmla="*/ 0 w 877958"/>
              <a:gd name="connsiteY1" fmla="*/ 438979 h 5480976"/>
              <a:gd name="connsiteX2" fmla="*/ 438979 w 877958"/>
              <a:gd name="connsiteY2" fmla="*/ 0 h 5480976"/>
              <a:gd name="connsiteX3" fmla="*/ 438979 w 877958"/>
              <a:gd name="connsiteY3" fmla="*/ 0 h 5480976"/>
              <a:gd name="connsiteX4" fmla="*/ 877958 w 877958"/>
              <a:gd name="connsiteY4" fmla="*/ 438979 h 5480976"/>
              <a:gd name="connsiteX5" fmla="*/ 877958 w 877958"/>
              <a:gd name="connsiteY5" fmla="*/ 5389536 h 5480976"/>
              <a:gd name="connsiteX6" fmla="*/ 877958 w 877958"/>
              <a:gd name="connsiteY6" fmla="*/ 5389536 h 5480976"/>
              <a:gd name="connsiteX7" fmla="*/ 0 w 877958"/>
              <a:gd name="connsiteY7" fmla="*/ 5389536 h 5480976"/>
              <a:gd name="connsiteX8" fmla="*/ 91440 w 877958"/>
              <a:gd name="connsiteY8" fmla="*/ 5480976 h 5480976"/>
              <a:gd name="connsiteX0" fmla="*/ 0 w 877958"/>
              <a:gd name="connsiteY0" fmla="*/ 5389536 h 5389536"/>
              <a:gd name="connsiteX1" fmla="*/ 0 w 877958"/>
              <a:gd name="connsiteY1" fmla="*/ 438979 h 5389536"/>
              <a:gd name="connsiteX2" fmla="*/ 438979 w 877958"/>
              <a:gd name="connsiteY2" fmla="*/ 0 h 5389536"/>
              <a:gd name="connsiteX3" fmla="*/ 438979 w 877958"/>
              <a:gd name="connsiteY3" fmla="*/ 0 h 5389536"/>
              <a:gd name="connsiteX4" fmla="*/ 877958 w 877958"/>
              <a:gd name="connsiteY4" fmla="*/ 438979 h 5389536"/>
              <a:gd name="connsiteX5" fmla="*/ 877958 w 877958"/>
              <a:gd name="connsiteY5" fmla="*/ 5389536 h 5389536"/>
              <a:gd name="connsiteX6" fmla="*/ 877958 w 877958"/>
              <a:gd name="connsiteY6" fmla="*/ 5389536 h 5389536"/>
              <a:gd name="connsiteX7" fmla="*/ 0 w 877958"/>
              <a:gd name="connsiteY7" fmla="*/ 5389536 h 5389536"/>
              <a:gd name="connsiteX0" fmla="*/ 0 w 877958"/>
              <a:gd name="connsiteY0" fmla="*/ 5389536 h 5442453"/>
              <a:gd name="connsiteX1" fmla="*/ 0 w 877958"/>
              <a:gd name="connsiteY1" fmla="*/ 438979 h 5442453"/>
              <a:gd name="connsiteX2" fmla="*/ 438979 w 877958"/>
              <a:gd name="connsiteY2" fmla="*/ 0 h 5442453"/>
              <a:gd name="connsiteX3" fmla="*/ 438979 w 877958"/>
              <a:gd name="connsiteY3" fmla="*/ 0 h 5442453"/>
              <a:gd name="connsiteX4" fmla="*/ 877958 w 877958"/>
              <a:gd name="connsiteY4" fmla="*/ 438979 h 5442453"/>
              <a:gd name="connsiteX5" fmla="*/ 877958 w 877958"/>
              <a:gd name="connsiteY5" fmla="*/ 5389536 h 5442453"/>
              <a:gd name="connsiteX6" fmla="*/ 877958 w 877958"/>
              <a:gd name="connsiteY6" fmla="*/ 5389536 h 5442453"/>
              <a:gd name="connsiteX7" fmla="*/ 14816 w 877958"/>
              <a:gd name="connsiteY7" fmla="*/ 5442453 h 5442453"/>
              <a:gd name="connsiteX0" fmla="*/ 0 w 877958"/>
              <a:gd name="connsiteY0" fmla="*/ 5389536 h 5389536"/>
              <a:gd name="connsiteX1" fmla="*/ 0 w 877958"/>
              <a:gd name="connsiteY1" fmla="*/ 438979 h 5389536"/>
              <a:gd name="connsiteX2" fmla="*/ 438979 w 877958"/>
              <a:gd name="connsiteY2" fmla="*/ 0 h 5389536"/>
              <a:gd name="connsiteX3" fmla="*/ 438979 w 877958"/>
              <a:gd name="connsiteY3" fmla="*/ 0 h 5389536"/>
              <a:gd name="connsiteX4" fmla="*/ 877958 w 877958"/>
              <a:gd name="connsiteY4" fmla="*/ 438979 h 5389536"/>
              <a:gd name="connsiteX5" fmla="*/ 877958 w 877958"/>
              <a:gd name="connsiteY5" fmla="*/ 5389536 h 5389536"/>
              <a:gd name="connsiteX6" fmla="*/ 877958 w 877958"/>
              <a:gd name="connsiteY6" fmla="*/ 5389536 h 538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7958" h="5389536">
                <a:moveTo>
                  <a:pt x="0" y="5389536"/>
                </a:moveTo>
                <a:lnTo>
                  <a:pt x="0" y="438979"/>
                </a:lnTo>
                <a:cubicBezTo>
                  <a:pt x="0" y="196538"/>
                  <a:pt x="196538" y="0"/>
                  <a:pt x="438979" y="0"/>
                </a:cubicBezTo>
                <a:lnTo>
                  <a:pt x="438979" y="0"/>
                </a:lnTo>
                <a:cubicBezTo>
                  <a:pt x="681420" y="0"/>
                  <a:pt x="877958" y="196538"/>
                  <a:pt x="877958" y="438979"/>
                </a:cubicBezTo>
                <a:lnTo>
                  <a:pt x="877958" y="5389536"/>
                </a:lnTo>
                <a:lnTo>
                  <a:pt x="877958" y="5389536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9C315F-6F0F-88CF-06F8-56C10BD0C2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B046CC9-1517-70B1-8165-DF336CD8DB1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5617028" y="2465262"/>
            <a:ext cx="5889171" cy="328581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</p:spTree>
    <p:extLst>
      <p:ext uri="{BB962C8B-B14F-4D97-AF65-F5344CB8AC3E}">
        <p14:creationId xmlns:p14="http://schemas.microsoft.com/office/powerpoint/2010/main" val="219689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7C944E-D498-D622-98F6-EFDA468642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3608" y="2001994"/>
            <a:ext cx="5588846" cy="3282696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22C3E46-9D61-E508-04E3-6A06DDAA05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6C46D3E-AC6D-3103-8DBD-956D74F4C909}"/>
              </a:ext>
            </a:extLst>
          </p:cNvPr>
          <p:cNvSpPr/>
          <p:nvPr userDrawn="1"/>
        </p:nvSpPr>
        <p:spPr>
          <a:xfrm rot="900000">
            <a:off x="8442677" y="-448970"/>
            <a:ext cx="3111997" cy="7865277"/>
          </a:xfrm>
          <a:custGeom>
            <a:avLst/>
            <a:gdLst>
              <a:gd name="connsiteX0" fmla="*/ 0 w 3111997"/>
              <a:gd name="connsiteY0" fmla="*/ 743009 h 7865277"/>
              <a:gd name="connsiteX1" fmla="*/ 2772948 w 3111997"/>
              <a:gd name="connsiteY1" fmla="*/ 0 h 7865277"/>
              <a:gd name="connsiteX2" fmla="*/ 3111997 w 3111997"/>
              <a:gd name="connsiteY2" fmla="*/ 1265346 h 7865277"/>
              <a:gd name="connsiteX3" fmla="*/ 3111997 w 3111997"/>
              <a:gd name="connsiteY3" fmla="*/ 7031420 h 7865277"/>
              <a:gd name="connsiteX4" fmla="*/ 0 w 3111997"/>
              <a:gd name="connsiteY4" fmla="*/ 7865277 h 786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1997" h="7865277">
                <a:moveTo>
                  <a:pt x="0" y="743009"/>
                </a:moveTo>
                <a:lnTo>
                  <a:pt x="2772948" y="0"/>
                </a:lnTo>
                <a:lnTo>
                  <a:pt x="3111997" y="1265346"/>
                </a:lnTo>
                <a:lnTo>
                  <a:pt x="3111997" y="7031420"/>
                </a:lnTo>
                <a:lnTo>
                  <a:pt x="0" y="7865277"/>
                </a:lnTo>
                <a:close/>
              </a:path>
            </a:pathLst>
          </a:custGeom>
          <a:gradFill flip="none" rotWithShape="1">
            <a:gsLst>
              <a:gs pos="80000">
                <a:srgbClr val="005587"/>
              </a:gs>
              <a:gs pos="20000">
                <a:srgbClr val="140B42"/>
              </a:gs>
            </a:gsLst>
            <a:lin ang="5400000" scaled="1"/>
            <a:tileRect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91B8118-8001-4841-19F8-D496141A50A0}"/>
              </a:ext>
            </a:extLst>
          </p:cNvPr>
          <p:cNvSpPr/>
          <p:nvPr userDrawn="1"/>
        </p:nvSpPr>
        <p:spPr>
          <a:xfrm rot="900000">
            <a:off x="7857953" y="-251045"/>
            <a:ext cx="1122250" cy="6279582"/>
          </a:xfrm>
          <a:custGeom>
            <a:avLst/>
            <a:gdLst>
              <a:gd name="connsiteX0" fmla="*/ 0 w 1122250"/>
              <a:gd name="connsiteY0" fmla="*/ 299494 h 6279582"/>
              <a:gd name="connsiteX1" fmla="*/ 1117728 w 1122250"/>
              <a:gd name="connsiteY1" fmla="*/ 0 h 6279582"/>
              <a:gd name="connsiteX2" fmla="*/ 1122250 w 1122250"/>
              <a:gd name="connsiteY2" fmla="*/ 44868 h 6279582"/>
              <a:gd name="connsiteX3" fmla="*/ 1122250 w 1122250"/>
              <a:gd name="connsiteY3" fmla="*/ 5718457 h 6279582"/>
              <a:gd name="connsiteX4" fmla="*/ 561125 w 1122250"/>
              <a:gd name="connsiteY4" fmla="*/ 6279582 h 6279582"/>
              <a:gd name="connsiteX5" fmla="*/ 0 w 1122250"/>
              <a:gd name="connsiteY5" fmla="*/ 5718457 h 6279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2250" h="6279582">
                <a:moveTo>
                  <a:pt x="0" y="299494"/>
                </a:moveTo>
                <a:lnTo>
                  <a:pt x="1117728" y="0"/>
                </a:lnTo>
                <a:lnTo>
                  <a:pt x="1122250" y="44868"/>
                </a:lnTo>
                <a:lnTo>
                  <a:pt x="1122250" y="5718457"/>
                </a:lnTo>
                <a:cubicBezTo>
                  <a:pt x="1122250" y="6028358"/>
                  <a:pt x="871026" y="6279582"/>
                  <a:pt x="561125" y="6279582"/>
                </a:cubicBezTo>
                <a:cubicBezTo>
                  <a:pt x="251224" y="6279582"/>
                  <a:pt x="0" y="6028358"/>
                  <a:pt x="0" y="57184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D0BEB81-5C21-E6CB-2945-4D85A1CF4B39}"/>
              </a:ext>
            </a:extLst>
          </p:cNvPr>
          <p:cNvSpPr/>
          <p:nvPr userDrawn="1"/>
        </p:nvSpPr>
        <p:spPr>
          <a:xfrm rot="900000">
            <a:off x="10684011" y="4443897"/>
            <a:ext cx="1122250" cy="2625649"/>
          </a:xfrm>
          <a:custGeom>
            <a:avLst/>
            <a:gdLst>
              <a:gd name="connsiteX0" fmla="*/ 448039 w 1122250"/>
              <a:gd name="connsiteY0" fmla="*/ 11400 h 2625649"/>
              <a:gd name="connsiteX1" fmla="*/ 561125 w 1122250"/>
              <a:gd name="connsiteY1" fmla="*/ 1 h 2625649"/>
              <a:gd name="connsiteX2" fmla="*/ 1122250 w 1122250"/>
              <a:gd name="connsiteY2" fmla="*/ 561125 h 2625649"/>
              <a:gd name="connsiteX3" fmla="*/ 1122250 w 1122250"/>
              <a:gd name="connsiteY3" fmla="*/ 2324943 h 2625649"/>
              <a:gd name="connsiteX4" fmla="*/ 0 w 1122250"/>
              <a:gd name="connsiteY4" fmla="*/ 2625649 h 2625649"/>
              <a:gd name="connsiteX5" fmla="*/ 0 w 1122250"/>
              <a:gd name="connsiteY5" fmla="*/ 561125 h 2625649"/>
              <a:gd name="connsiteX6" fmla="*/ 448039 w 1122250"/>
              <a:gd name="connsiteY6" fmla="*/ 11400 h 262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2250" h="2625649">
                <a:moveTo>
                  <a:pt x="448039" y="11400"/>
                </a:moveTo>
                <a:cubicBezTo>
                  <a:pt x="484566" y="3926"/>
                  <a:pt x="522387" y="0"/>
                  <a:pt x="561125" y="1"/>
                </a:cubicBezTo>
                <a:cubicBezTo>
                  <a:pt x="871026" y="0"/>
                  <a:pt x="1122250" y="251225"/>
                  <a:pt x="1122250" y="561125"/>
                </a:cubicBezTo>
                <a:lnTo>
                  <a:pt x="1122250" y="2324943"/>
                </a:lnTo>
                <a:lnTo>
                  <a:pt x="0" y="2625649"/>
                </a:lnTo>
                <a:lnTo>
                  <a:pt x="0" y="561125"/>
                </a:lnTo>
                <a:cubicBezTo>
                  <a:pt x="0" y="289962"/>
                  <a:pt x="192344" y="63723"/>
                  <a:pt x="448039" y="1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3302173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3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EDBA70-406E-67AC-EA19-AFC94EEB8D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0FF161-95B3-687F-236E-89576B37039B}"/>
              </a:ext>
            </a:extLst>
          </p:cNvPr>
          <p:cNvSpPr/>
          <p:nvPr userDrawn="1"/>
        </p:nvSpPr>
        <p:spPr>
          <a:xfrm rot="18896850">
            <a:off x="8810675" y="809749"/>
            <a:ext cx="2572502" cy="6381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1B89BCA-B6DC-9CFA-1B14-60CBF7F68A9A}"/>
              </a:ext>
            </a:extLst>
          </p:cNvPr>
          <p:cNvSpPr/>
          <p:nvPr userDrawn="1"/>
        </p:nvSpPr>
        <p:spPr>
          <a:xfrm rot="18896850">
            <a:off x="9955161" y="3750354"/>
            <a:ext cx="2884755" cy="638140"/>
          </a:xfrm>
          <a:custGeom>
            <a:avLst/>
            <a:gdLst>
              <a:gd name="connsiteX0" fmla="*/ 3674317 w 3674317"/>
              <a:gd name="connsiteY0" fmla="*/ 0 h 812800"/>
              <a:gd name="connsiteX1" fmla="*/ 2860027 w 3674317"/>
              <a:gd name="connsiteY1" fmla="*/ 812800 h 812800"/>
              <a:gd name="connsiteX2" fmla="*/ 406400 w 3674317"/>
              <a:gd name="connsiteY2" fmla="*/ 812800 h 812800"/>
              <a:gd name="connsiteX3" fmla="*/ 0 w 3674317"/>
              <a:gd name="connsiteY3" fmla="*/ 406400 h 812800"/>
              <a:gd name="connsiteX4" fmla="*/ 406400 w 3674317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4317" h="812800">
                <a:moveTo>
                  <a:pt x="3674317" y="0"/>
                </a:moveTo>
                <a:lnTo>
                  <a:pt x="2860027" y="812800"/>
                </a:lnTo>
                <a:lnTo>
                  <a:pt x="406400" y="812800"/>
                </a:lnTo>
                <a:cubicBezTo>
                  <a:pt x="181951" y="812800"/>
                  <a:pt x="0" y="630849"/>
                  <a:pt x="0" y="406400"/>
                </a:cubicBez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014C0-8BB5-5793-9DBD-D422EF624E7C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13608" y="711200"/>
            <a:ext cx="7285515" cy="457660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81AB1C-94E0-88DE-B7FB-AF548E53C0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585" y="5760594"/>
            <a:ext cx="2247900" cy="406400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20C9601-4C00-1F60-ACBA-FDEED78A2031}"/>
              </a:ext>
            </a:extLst>
          </p:cNvPr>
          <p:cNvSpPr>
            <a:spLocks/>
          </p:cNvSpPr>
          <p:nvPr userDrawn="1"/>
        </p:nvSpPr>
        <p:spPr bwMode="auto">
          <a:xfrm>
            <a:off x="11012739" y="-38910"/>
            <a:ext cx="1224656" cy="1829007"/>
          </a:xfrm>
          <a:custGeom>
            <a:avLst/>
            <a:gdLst>
              <a:gd name="connsiteX0" fmla="*/ 153315 w 1224656"/>
              <a:gd name="connsiteY0" fmla="*/ 0 h 1829007"/>
              <a:gd name="connsiteX1" fmla="*/ 1224656 w 1224656"/>
              <a:gd name="connsiteY1" fmla="*/ 0 h 1829007"/>
              <a:gd name="connsiteX2" fmla="*/ 1224656 w 1224656"/>
              <a:gd name="connsiteY2" fmla="*/ 1829007 h 1829007"/>
              <a:gd name="connsiteX3" fmla="*/ 1154215 w 1224656"/>
              <a:gd name="connsiteY3" fmla="*/ 1758565 h 1829007"/>
              <a:gd name="connsiteX4" fmla="*/ 159544 w 1224656"/>
              <a:gd name="connsiteY4" fmla="*/ 763895 h 1829007"/>
              <a:gd name="connsiteX5" fmla="*/ 89744 w 1224656"/>
              <a:gd name="connsiteY5" fmla="*/ 77872 h 1829007"/>
              <a:gd name="connsiteX0" fmla="*/ 1224656 w 1316096"/>
              <a:gd name="connsiteY0" fmla="*/ 0 h 1829007"/>
              <a:gd name="connsiteX1" fmla="*/ 1224656 w 1316096"/>
              <a:gd name="connsiteY1" fmla="*/ 1829007 h 1829007"/>
              <a:gd name="connsiteX2" fmla="*/ 1154215 w 1316096"/>
              <a:gd name="connsiteY2" fmla="*/ 1758565 h 1829007"/>
              <a:gd name="connsiteX3" fmla="*/ 159544 w 1316096"/>
              <a:gd name="connsiteY3" fmla="*/ 763895 h 1829007"/>
              <a:gd name="connsiteX4" fmla="*/ 89744 w 1316096"/>
              <a:gd name="connsiteY4" fmla="*/ 77872 h 1829007"/>
              <a:gd name="connsiteX5" fmla="*/ 153315 w 1316096"/>
              <a:gd name="connsiteY5" fmla="*/ 0 h 1829007"/>
              <a:gd name="connsiteX6" fmla="*/ 1316096 w 1316096"/>
              <a:gd name="connsiteY6" fmla="*/ 91440 h 1829007"/>
              <a:gd name="connsiteX0" fmla="*/ 1224656 w 1224656"/>
              <a:gd name="connsiteY0" fmla="*/ 0 h 1829007"/>
              <a:gd name="connsiteX1" fmla="*/ 1224656 w 1224656"/>
              <a:gd name="connsiteY1" fmla="*/ 1829007 h 1829007"/>
              <a:gd name="connsiteX2" fmla="*/ 1154215 w 1224656"/>
              <a:gd name="connsiteY2" fmla="*/ 1758565 h 1829007"/>
              <a:gd name="connsiteX3" fmla="*/ 159544 w 1224656"/>
              <a:gd name="connsiteY3" fmla="*/ 763895 h 1829007"/>
              <a:gd name="connsiteX4" fmla="*/ 89744 w 1224656"/>
              <a:gd name="connsiteY4" fmla="*/ 77872 h 1829007"/>
              <a:gd name="connsiteX5" fmla="*/ 153315 w 1224656"/>
              <a:gd name="connsiteY5" fmla="*/ 0 h 1829007"/>
              <a:gd name="connsiteX0" fmla="*/ 1224656 w 1224656"/>
              <a:gd name="connsiteY0" fmla="*/ 1829007 h 1829007"/>
              <a:gd name="connsiteX1" fmla="*/ 1154215 w 1224656"/>
              <a:gd name="connsiteY1" fmla="*/ 1758565 h 1829007"/>
              <a:gd name="connsiteX2" fmla="*/ 159544 w 1224656"/>
              <a:gd name="connsiteY2" fmla="*/ 763895 h 1829007"/>
              <a:gd name="connsiteX3" fmla="*/ 89744 w 1224656"/>
              <a:gd name="connsiteY3" fmla="*/ 77872 h 1829007"/>
              <a:gd name="connsiteX4" fmla="*/ 153315 w 1224656"/>
              <a:gd name="connsiteY4" fmla="*/ 0 h 182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656" h="1829007">
                <a:moveTo>
                  <a:pt x="1224656" y="1829007"/>
                </a:moveTo>
                <a:lnTo>
                  <a:pt x="1154215" y="1758565"/>
                </a:lnTo>
                <a:lnTo>
                  <a:pt x="159544" y="763895"/>
                </a:lnTo>
                <a:cubicBezTo>
                  <a:pt x="-26590" y="577761"/>
                  <a:pt x="-49857" y="289530"/>
                  <a:pt x="89744" y="77872"/>
                </a:cubicBezTo>
                <a:lnTo>
                  <a:pt x="153315" y="0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0699829-9421-BC32-D008-18D3C6101425}"/>
              </a:ext>
            </a:extLst>
          </p:cNvPr>
          <p:cNvSpPr>
            <a:spLocks/>
          </p:cNvSpPr>
          <p:nvPr userDrawn="1"/>
        </p:nvSpPr>
        <p:spPr bwMode="auto">
          <a:xfrm rot="2700000">
            <a:off x="9141640" y="1040337"/>
            <a:ext cx="3187991" cy="3194255"/>
          </a:xfrm>
          <a:custGeom>
            <a:avLst/>
            <a:gdLst>
              <a:gd name="connsiteX0" fmla="*/ 159586 w 3187991"/>
              <a:gd name="connsiteY0" fmla="*/ 159586 h 3194255"/>
              <a:gd name="connsiteX1" fmla="*/ 544860 w 3187991"/>
              <a:gd name="connsiteY1" fmla="*/ 0 h 3194255"/>
              <a:gd name="connsiteX2" fmla="*/ 2056479 w 3187991"/>
              <a:gd name="connsiteY2" fmla="*/ 0 h 3194255"/>
              <a:gd name="connsiteX3" fmla="*/ 3187991 w 3187991"/>
              <a:gd name="connsiteY3" fmla="*/ 1131513 h 3194255"/>
              <a:gd name="connsiteX4" fmla="*/ 3187991 w 3187991"/>
              <a:gd name="connsiteY4" fmla="*/ 2649395 h 3194255"/>
              <a:gd name="connsiteX5" fmla="*/ 2643131 w 3187991"/>
              <a:gd name="connsiteY5" fmla="*/ 3194255 h 3194255"/>
              <a:gd name="connsiteX6" fmla="*/ 544860 w 3187991"/>
              <a:gd name="connsiteY6" fmla="*/ 3194255 h 3194255"/>
              <a:gd name="connsiteX7" fmla="*/ 0 w 3187991"/>
              <a:gd name="connsiteY7" fmla="*/ 2649395 h 3194255"/>
              <a:gd name="connsiteX8" fmla="*/ 0 w 3187991"/>
              <a:gd name="connsiteY8" fmla="*/ 544860 h 3194255"/>
              <a:gd name="connsiteX9" fmla="*/ 159586 w 3187991"/>
              <a:gd name="connsiteY9" fmla="*/ 159586 h 3194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87991" h="3194255">
                <a:moveTo>
                  <a:pt x="159586" y="159586"/>
                </a:moveTo>
                <a:cubicBezTo>
                  <a:pt x="258186" y="60985"/>
                  <a:pt x="394401" y="0"/>
                  <a:pt x="544860" y="0"/>
                </a:cubicBezTo>
                <a:lnTo>
                  <a:pt x="2056479" y="0"/>
                </a:lnTo>
                <a:lnTo>
                  <a:pt x="3187991" y="1131513"/>
                </a:lnTo>
                <a:lnTo>
                  <a:pt x="3187991" y="2649395"/>
                </a:lnTo>
                <a:cubicBezTo>
                  <a:pt x="3187991" y="2950313"/>
                  <a:pt x="2944049" y="3194255"/>
                  <a:pt x="2643131" y="3194255"/>
                </a:cubicBezTo>
                <a:lnTo>
                  <a:pt x="544860" y="3194255"/>
                </a:lnTo>
                <a:cubicBezTo>
                  <a:pt x="243942" y="3194255"/>
                  <a:pt x="0" y="2950313"/>
                  <a:pt x="0" y="2649395"/>
                </a:cubicBezTo>
                <a:lnTo>
                  <a:pt x="0" y="544860"/>
                </a:lnTo>
                <a:cubicBezTo>
                  <a:pt x="0" y="394401"/>
                  <a:pt x="60985" y="258186"/>
                  <a:pt x="159586" y="15958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5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8B1F425-7FCC-95EC-889D-1C469BA8156D}"/>
              </a:ext>
            </a:extLst>
          </p:cNvPr>
          <p:cNvSpPr>
            <a:spLocks/>
          </p:cNvSpPr>
          <p:nvPr userDrawn="1"/>
        </p:nvSpPr>
        <p:spPr>
          <a:xfrm rot="2700000">
            <a:off x="8997003" y="-456334"/>
            <a:ext cx="1658711" cy="5443918"/>
          </a:xfrm>
          <a:custGeom>
            <a:avLst/>
            <a:gdLst>
              <a:gd name="connsiteX0" fmla="*/ 291026 w 1987250"/>
              <a:gd name="connsiteY0" fmla="*/ 291026 h 6522188"/>
              <a:gd name="connsiteX1" fmla="*/ 993625 w 1987250"/>
              <a:gd name="connsiteY1" fmla="*/ 0 h 6522188"/>
              <a:gd name="connsiteX2" fmla="*/ 1987250 w 1987250"/>
              <a:gd name="connsiteY2" fmla="*/ 993625 h 6522188"/>
              <a:gd name="connsiteX3" fmla="*/ 1987250 w 1987250"/>
              <a:gd name="connsiteY3" fmla="*/ 5536869 h 6522188"/>
              <a:gd name="connsiteX4" fmla="*/ 1001931 w 1987250"/>
              <a:gd name="connsiteY4" fmla="*/ 6522188 h 6522188"/>
              <a:gd name="connsiteX5" fmla="*/ 0 w 1987250"/>
              <a:gd name="connsiteY5" fmla="*/ 5520256 h 6522188"/>
              <a:gd name="connsiteX6" fmla="*/ 0 w 1987250"/>
              <a:gd name="connsiteY6" fmla="*/ 993625 h 6522188"/>
              <a:gd name="connsiteX7" fmla="*/ 291026 w 1987250"/>
              <a:gd name="connsiteY7" fmla="*/ 291026 h 652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87250" h="6522188">
                <a:moveTo>
                  <a:pt x="291026" y="291026"/>
                </a:moveTo>
                <a:cubicBezTo>
                  <a:pt x="470837" y="111215"/>
                  <a:pt x="719243" y="0"/>
                  <a:pt x="993625" y="0"/>
                </a:cubicBezTo>
                <a:cubicBezTo>
                  <a:pt x="1542389" y="0"/>
                  <a:pt x="1987250" y="444861"/>
                  <a:pt x="1987250" y="993625"/>
                </a:cubicBezTo>
                <a:lnTo>
                  <a:pt x="1987250" y="5536869"/>
                </a:lnTo>
                <a:lnTo>
                  <a:pt x="1001931" y="6522188"/>
                </a:lnTo>
                <a:lnTo>
                  <a:pt x="0" y="5520256"/>
                </a:lnTo>
                <a:lnTo>
                  <a:pt x="0" y="993625"/>
                </a:lnTo>
                <a:cubicBezTo>
                  <a:pt x="0" y="719243"/>
                  <a:pt x="111216" y="470837"/>
                  <a:pt x="291026" y="2910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8CB6CB-17D6-9423-37F8-6EFC4880AECC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13608" y="1741713"/>
            <a:ext cx="5071843" cy="337457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A16036-B78E-0275-6CA7-911DE4060426}"/>
              </a:ext>
            </a:extLst>
          </p:cNvPr>
          <p:cNvSpPr>
            <a:spLocks/>
          </p:cNvSpPr>
          <p:nvPr userDrawn="1"/>
        </p:nvSpPr>
        <p:spPr>
          <a:xfrm rot="2700000">
            <a:off x="9736981" y="3459243"/>
            <a:ext cx="1658711" cy="3580309"/>
          </a:xfrm>
          <a:prstGeom prst="roundRect">
            <a:avLst>
              <a:gd name="adj" fmla="val 50000"/>
            </a:avLst>
          </a:prstGeom>
          <a:solidFill>
            <a:srgbClr val="7FD1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B13D00-4BF1-FD01-6A9F-B1CBB08123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AE586FF-C25B-AF33-5F15-454F206B53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40637" y="1828800"/>
            <a:ext cx="4551363" cy="3581400"/>
          </a:xfrm>
          <a:custGeom>
            <a:avLst/>
            <a:gdLst>
              <a:gd name="connsiteX0" fmla="*/ 374319 w 5422900"/>
              <a:gd name="connsiteY0" fmla="*/ 0 h 4267200"/>
              <a:gd name="connsiteX1" fmla="*/ 5422900 w 5422900"/>
              <a:gd name="connsiteY1" fmla="*/ 0 h 4267200"/>
              <a:gd name="connsiteX2" fmla="*/ 5422900 w 5422900"/>
              <a:gd name="connsiteY2" fmla="*/ 4267200 h 4267200"/>
              <a:gd name="connsiteX3" fmla="*/ 374319 w 5422900"/>
              <a:gd name="connsiteY3" fmla="*/ 4267200 h 4267200"/>
              <a:gd name="connsiteX4" fmla="*/ 0 w 5422900"/>
              <a:gd name="connsiteY4" fmla="*/ 3892881 h 4267200"/>
              <a:gd name="connsiteX5" fmla="*/ 0 w 5422900"/>
              <a:gd name="connsiteY5" fmla="*/ 374319 h 4267200"/>
              <a:gd name="connsiteX6" fmla="*/ 374319 w 5422900"/>
              <a:gd name="connsiteY6" fmla="*/ 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22900" h="4267200">
                <a:moveTo>
                  <a:pt x="374319" y="0"/>
                </a:moveTo>
                <a:lnTo>
                  <a:pt x="5422900" y="0"/>
                </a:lnTo>
                <a:lnTo>
                  <a:pt x="5422900" y="4267200"/>
                </a:lnTo>
                <a:lnTo>
                  <a:pt x="374319" y="4267200"/>
                </a:lnTo>
                <a:cubicBezTo>
                  <a:pt x="167588" y="4267200"/>
                  <a:pt x="0" y="4099612"/>
                  <a:pt x="0" y="3892881"/>
                </a:cubicBezTo>
                <a:lnTo>
                  <a:pt x="0" y="374319"/>
                </a:lnTo>
                <a:cubicBezTo>
                  <a:pt x="0" y="167588"/>
                  <a:pt x="167588" y="0"/>
                  <a:pt x="37431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800" b="0">
                <a:solidFill>
                  <a:srgbClr val="FF0000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FF0000"/>
                </a:solidFill>
              </a:rPr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1422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9BE82380-4E70-46AE-92D4-098EF8151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3608" y="609600"/>
            <a:ext cx="6202680" cy="467820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89AB6EA-4B7F-D626-10ED-8532995C41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585" y="5760594"/>
            <a:ext cx="2247900" cy="40640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480E36D-D806-7D05-D8DC-4ADC176E28F1}"/>
              </a:ext>
            </a:extLst>
          </p:cNvPr>
          <p:cNvSpPr/>
          <p:nvPr userDrawn="1"/>
        </p:nvSpPr>
        <p:spPr>
          <a:xfrm rot="13473600">
            <a:off x="9007218" y="-739919"/>
            <a:ext cx="2599744" cy="5533217"/>
          </a:xfrm>
          <a:custGeom>
            <a:avLst/>
            <a:gdLst>
              <a:gd name="connsiteX0" fmla="*/ 1378880 w 2599744"/>
              <a:gd name="connsiteY0" fmla="*/ 5533217 h 5533217"/>
              <a:gd name="connsiteX1" fmla="*/ 0 w 2599744"/>
              <a:gd name="connsiteY1" fmla="*/ 4132994 h 5533217"/>
              <a:gd name="connsiteX2" fmla="*/ 0 w 2599744"/>
              <a:gd name="connsiteY2" fmla="*/ 1299873 h 5533217"/>
              <a:gd name="connsiteX3" fmla="*/ 1299872 w 2599744"/>
              <a:gd name="connsiteY3" fmla="*/ 0 h 5533217"/>
              <a:gd name="connsiteX4" fmla="*/ 2599744 w 2599744"/>
              <a:gd name="connsiteY4" fmla="*/ 1299872 h 5533217"/>
              <a:gd name="connsiteX5" fmla="*/ 2599744 w 2599744"/>
              <a:gd name="connsiteY5" fmla="*/ 4330962 h 553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9744" h="5533217">
                <a:moveTo>
                  <a:pt x="1378880" y="5533217"/>
                </a:moveTo>
                <a:lnTo>
                  <a:pt x="0" y="4132994"/>
                </a:lnTo>
                <a:lnTo>
                  <a:pt x="0" y="1299873"/>
                </a:lnTo>
                <a:cubicBezTo>
                  <a:pt x="0" y="581972"/>
                  <a:pt x="581972" y="0"/>
                  <a:pt x="1299872" y="0"/>
                </a:cubicBezTo>
                <a:cubicBezTo>
                  <a:pt x="2017771" y="0"/>
                  <a:pt x="2599744" y="581973"/>
                  <a:pt x="2599744" y="1299872"/>
                </a:cubicBezTo>
                <a:lnTo>
                  <a:pt x="2599744" y="43309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9252B4-99CA-3419-840E-DA516CC6BEBB}"/>
              </a:ext>
            </a:extLst>
          </p:cNvPr>
          <p:cNvSpPr/>
          <p:nvPr userDrawn="1"/>
        </p:nvSpPr>
        <p:spPr>
          <a:xfrm rot="20457708">
            <a:off x="11186621" y="-13688"/>
            <a:ext cx="660198" cy="358286"/>
          </a:xfrm>
          <a:custGeom>
            <a:avLst/>
            <a:gdLst>
              <a:gd name="connsiteX0" fmla="*/ 318178 w 660198"/>
              <a:gd name="connsiteY0" fmla="*/ 0 h 358286"/>
              <a:gd name="connsiteX1" fmla="*/ 660198 w 660198"/>
              <a:gd name="connsiteY1" fmla="*/ 118023 h 358286"/>
              <a:gd name="connsiteX2" fmla="*/ 229425 w 660198"/>
              <a:gd name="connsiteY2" fmla="*/ 330222 h 358286"/>
              <a:gd name="connsiteX3" fmla="*/ 13408 w 660198"/>
              <a:gd name="connsiteY3" fmla="*/ 296211 h 358286"/>
              <a:gd name="connsiteX4" fmla="*/ 11570 w 660198"/>
              <a:gd name="connsiteY4" fmla="*/ 291615 h 358286"/>
              <a:gd name="connsiteX5" fmla="*/ 116362 w 660198"/>
              <a:gd name="connsiteY5" fmla="*/ 99498 h 35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0198" h="358286">
                <a:moveTo>
                  <a:pt x="318178" y="0"/>
                </a:moveTo>
                <a:lnTo>
                  <a:pt x="660198" y="118023"/>
                </a:lnTo>
                <a:lnTo>
                  <a:pt x="229425" y="330222"/>
                </a:lnTo>
                <a:cubicBezTo>
                  <a:pt x="69481" y="409276"/>
                  <a:pt x="13408" y="296211"/>
                  <a:pt x="13408" y="296211"/>
                </a:cubicBezTo>
                <a:lnTo>
                  <a:pt x="11570" y="291615"/>
                </a:lnTo>
                <a:cubicBezTo>
                  <a:pt x="-43583" y="178552"/>
                  <a:pt x="116362" y="99498"/>
                  <a:pt x="116362" y="99498"/>
                </a:cubicBez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BAC8301-D0B3-F09B-8934-4C4BF853D744}"/>
              </a:ext>
            </a:extLst>
          </p:cNvPr>
          <p:cNvSpPr/>
          <p:nvPr userDrawn="1"/>
        </p:nvSpPr>
        <p:spPr>
          <a:xfrm rot="2700000">
            <a:off x="9373836" y="-702513"/>
            <a:ext cx="780382" cy="2913053"/>
          </a:xfrm>
          <a:custGeom>
            <a:avLst/>
            <a:gdLst>
              <a:gd name="connsiteX0" fmla="*/ 0 w 780382"/>
              <a:gd name="connsiteY0" fmla="*/ 780382 h 2913053"/>
              <a:gd name="connsiteX1" fmla="*/ 780382 w 780382"/>
              <a:gd name="connsiteY1" fmla="*/ 0 h 2913053"/>
              <a:gd name="connsiteX2" fmla="*/ 780382 w 780382"/>
              <a:gd name="connsiteY2" fmla="*/ 2522862 h 2913053"/>
              <a:gd name="connsiteX3" fmla="*/ 390191 w 780382"/>
              <a:gd name="connsiteY3" fmla="*/ 2913053 h 2913053"/>
              <a:gd name="connsiteX4" fmla="*/ 0 w 780382"/>
              <a:gd name="connsiteY4" fmla="*/ 2522862 h 2913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0382" h="2913053">
                <a:moveTo>
                  <a:pt x="0" y="780382"/>
                </a:moveTo>
                <a:lnTo>
                  <a:pt x="780382" y="0"/>
                </a:lnTo>
                <a:lnTo>
                  <a:pt x="780382" y="2522862"/>
                </a:lnTo>
                <a:cubicBezTo>
                  <a:pt x="780382" y="2738359"/>
                  <a:pt x="605688" y="2913053"/>
                  <a:pt x="390191" y="2913053"/>
                </a:cubicBezTo>
                <a:cubicBezTo>
                  <a:pt x="174694" y="2913053"/>
                  <a:pt x="0" y="2738359"/>
                  <a:pt x="0" y="252286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103DB20-CA44-5144-7694-2FBF81D0EACA}"/>
              </a:ext>
            </a:extLst>
          </p:cNvPr>
          <p:cNvSpPr/>
          <p:nvPr userDrawn="1"/>
        </p:nvSpPr>
        <p:spPr>
          <a:xfrm rot="2700000">
            <a:off x="11469147" y="2339446"/>
            <a:ext cx="1193519" cy="1550166"/>
          </a:xfrm>
          <a:custGeom>
            <a:avLst/>
            <a:gdLst>
              <a:gd name="connsiteX0" fmla="*/ 0 w 1193519"/>
              <a:gd name="connsiteY0" fmla="*/ 0 h 1550166"/>
              <a:gd name="connsiteX1" fmla="*/ 1193519 w 1193519"/>
              <a:gd name="connsiteY1" fmla="*/ 1193519 h 1550166"/>
              <a:gd name="connsiteX2" fmla="*/ 1150445 w 1193519"/>
              <a:gd name="connsiteY2" fmla="*/ 1272877 h 1550166"/>
              <a:gd name="connsiteX3" fmla="*/ 628928 w 1193519"/>
              <a:gd name="connsiteY3" fmla="*/ 1550166 h 1550166"/>
              <a:gd name="connsiteX4" fmla="*/ 0 w 1193519"/>
              <a:gd name="connsiteY4" fmla="*/ 921238 h 155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3519" h="1550166">
                <a:moveTo>
                  <a:pt x="0" y="0"/>
                </a:moveTo>
                <a:lnTo>
                  <a:pt x="1193519" y="1193519"/>
                </a:lnTo>
                <a:lnTo>
                  <a:pt x="1150445" y="1272877"/>
                </a:lnTo>
                <a:cubicBezTo>
                  <a:pt x="1037422" y="1440173"/>
                  <a:pt x="846020" y="1550166"/>
                  <a:pt x="628928" y="1550166"/>
                </a:cubicBezTo>
                <a:cubicBezTo>
                  <a:pt x="281581" y="1550166"/>
                  <a:pt x="0" y="1268585"/>
                  <a:pt x="0" y="921238"/>
                </a:cubicBezTo>
                <a:close/>
              </a:path>
            </a:pathLst>
          </a:custGeom>
          <a:solidFill>
            <a:schemeClr val="accent5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07309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6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E971393-FE1D-3B6A-5952-3200539F4C21}"/>
              </a:ext>
            </a:extLst>
          </p:cNvPr>
          <p:cNvSpPr/>
          <p:nvPr userDrawn="1"/>
        </p:nvSpPr>
        <p:spPr>
          <a:xfrm rot="18900000">
            <a:off x="9590939" y="-1090570"/>
            <a:ext cx="3074362" cy="4401184"/>
          </a:xfrm>
          <a:custGeom>
            <a:avLst/>
            <a:gdLst>
              <a:gd name="connsiteX0" fmla="*/ 906398 w 3074362"/>
              <a:gd name="connsiteY0" fmla="*/ 0 h 4401184"/>
              <a:gd name="connsiteX1" fmla="*/ 3074362 w 3074362"/>
              <a:gd name="connsiteY1" fmla="*/ 2167965 h 4401184"/>
              <a:gd name="connsiteX2" fmla="*/ 841143 w 3074362"/>
              <a:gd name="connsiteY2" fmla="*/ 4401184 h 4401184"/>
              <a:gd name="connsiteX3" fmla="*/ 334666 w 3074362"/>
              <a:gd name="connsiteY3" fmla="*/ 4401184 h 4401184"/>
              <a:gd name="connsiteX4" fmla="*/ 0 w 3074362"/>
              <a:gd name="connsiteY4" fmla="*/ 4066518 h 4401184"/>
              <a:gd name="connsiteX5" fmla="*/ 0 w 3074362"/>
              <a:gd name="connsiteY5" fmla="*/ 334667 h 4401184"/>
              <a:gd name="connsiteX6" fmla="*/ 334666 w 3074362"/>
              <a:gd name="connsiteY6" fmla="*/ 0 h 4401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4362" h="4401184">
                <a:moveTo>
                  <a:pt x="906398" y="0"/>
                </a:moveTo>
                <a:lnTo>
                  <a:pt x="3074362" y="2167965"/>
                </a:lnTo>
                <a:lnTo>
                  <a:pt x="841143" y="4401184"/>
                </a:lnTo>
                <a:lnTo>
                  <a:pt x="334666" y="4401184"/>
                </a:lnTo>
                <a:cubicBezTo>
                  <a:pt x="149835" y="4401184"/>
                  <a:pt x="0" y="4251349"/>
                  <a:pt x="0" y="4066518"/>
                </a:cubicBezTo>
                <a:lnTo>
                  <a:pt x="0" y="334667"/>
                </a:lnTo>
                <a:cubicBezTo>
                  <a:pt x="0" y="149835"/>
                  <a:pt x="149835" y="0"/>
                  <a:pt x="334666" y="0"/>
                </a:cubicBezTo>
                <a:close/>
              </a:path>
            </a:pathLst>
          </a:custGeom>
          <a:solidFill>
            <a:srgbClr val="140B4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err="1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A9D7148-A6F2-CBCC-1252-9028ED2C858C}"/>
              </a:ext>
            </a:extLst>
          </p:cNvPr>
          <p:cNvSpPr/>
          <p:nvPr userDrawn="1"/>
        </p:nvSpPr>
        <p:spPr>
          <a:xfrm rot="2700000">
            <a:off x="6613319" y="-912201"/>
            <a:ext cx="3072335" cy="3072335"/>
          </a:xfrm>
          <a:custGeom>
            <a:avLst/>
            <a:gdLst>
              <a:gd name="connsiteX0" fmla="*/ 0 w 2777410"/>
              <a:gd name="connsiteY0" fmla="*/ 1975810 h 2777410"/>
              <a:gd name="connsiteX1" fmla="*/ 1975810 w 2777410"/>
              <a:gd name="connsiteY1" fmla="*/ 0 h 2777410"/>
              <a:gd name="connsiteX2" fmla="*/ 2540164 w 2777410"/>
              <a:gd name="connsiteY2" fmla="*/ 0 h 2777410"/>
              <a:gd name="connsiteX3" fmla="*/ 2777410 w 2777410"/>
              <a:gd name="connsiteY3" fmla="*/ 237247 h 2777410"/>
              <a:gd name="connsiteX4" fmla="*/ 2777410 w 2777410"/>
              <a:gd name="connsiteY4" fmla="*/ 2540163 h 2777410"/>
              <a:gd name="connsiteX5" fmla="*/ 2540163 w 2777410"/>
              <a:gd name="connsiteY5" fmla="*/ 2777410 h 2777410"/>
              <a:gd name="connsiteX6" fmla="*/ 237247 w 2777410"/>
              <a:gd name="connsiteY6" fmla="*/ 2777410 h 2777410"/>
              <a:gd name="connsiteX7" fmla="*/ 0 w 2777410"/>
              <a:gd name="connsiteY7" fmla="*/ 2540163 h 2777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77410" h="2777410">
                <a:moveTo>
                  <a:pt x="0" y="1975810"/>
                </a:moveTo>
                <a:lnTo>
                  <a:pt x="1975810" y="0"/>
                </a:lnTo>
                <a:lnTo>
                  <a:pt x="2540164" y="0"/>
                </a:lnTo>
                <a:cubicBezTo>
                  <a:pt x="2671191" y="0"/>
                  <a:pt x="2777410" y="106219"/>
                  <a:pt x="2777410" y="237247"/>
                </a:cubicBezTo>
                <a:lnTo>
                  <a:pt x="2777410" y="2540163"/>
                </a:lnTo>
                <a:cubicBezTo>
                  <a:pt x="2777410" y="2671191"/>
                  <a:pt x="2671191" y="2777410"/>
                  <a:pt x="2540163" y="2777410"/>
                </a:cubicBezTo>
                <a:lnTo>
                  <a:pt x="237247" y="2777410"/>
                </a:lnTo>
                <a:cubicBezTo>
                  <a:pt x="106220" y="2777410"/>
                  <a:pt x="0" y="2671190"/>
                  <a:pt x="0" y="25401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50474CF-7CCB-20DD-E6E1-8A9CD0E038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16772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0474CF-7CCB-20DD-E6E1-8A9CD0E038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13DC1846-D39B-50FF-487A-FD15579093A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13608" y="2049693"/>
            <a:ext cx="5593080" cy="275861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FA3B847E-CEDD-4F28-13DA-54DB86046169}"/>
              </a:ext>
            </a:extLst>
          </p:cNvPr>
          <p:cNvSpPr>
            <a:spLocks/>
          </p:cNvSpPr>
          <p:nvPr userDrawn="1"/>
        </p:nvSpPr>
        <p:spPr bwMode="auto">
          <a:xfrm rot="16200000">
            <a:off x="8579893" y="133677"/>
            <a:ext cx="2515488" cy="2515488"/>
          </a:xfrm>
          <a:custGeom>
            <a:avLst/>
            <a:gdLst>
              <a:gd name="T0" fmla="*/ 724 w 1691"/>
              <a:gd name="T1" fmla="*/ 1624 h 1691"/>
              <a:gd name="T2" fmla="*/ 67 w 1691"/>
              <a:gd name="T3" fmla="*/ 967 h 1691"/>
              <a:gd name="T4" fmla="*/ 67 w 1691"/>
              <a:gd name="T5" fmla="*/ 724 h 1691"/>
              <a:gd name="T6" fmla="*/ 724 w 1691"/>
              <a:gd name="T7" fmla="*/ 67 h 1691"/>
              <a:gd name="T8" fmla="*/ 967 w 1691"/>
              <a:gd name="T9" fmla="*/ 67 h 1691"/>
              <a:gd name="T10" fmla="*/ 1624 w 1691"/>
              <a:gd name="T11" fmla="*/ 724 h 1691"/>
              <a:gd name="T12" fmla="*/ 1624 w 1691"/>
              <a:gd name="T13" fmla="*/ 967 h 1691"/>
              <a:gd name="T14" fmla="*/ 967 w 1691"/>
              <a:gd name="T15" fmla="*/ 1624 h 1691"/>
              <a:gd name="T16" fmla="*/ 724 w 1691"/>
              <a:gd name="T17" fmla="*/ 1624 h 1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91" h="1691">
                <a:moveTo>
                  <a:pt x="724" y="1624"/>
                </a:moveTo>
                <a:cubicBezTo>
                  <a:pt x="67" y="967"/>
                  <a:pt x="67" y="967"/>
                  <a:pt x="67" y="967"/>
                </a:cubicBezTo>
                <a:cubicBezTo>
                  <a:pt x="0" y="900"/>
                  <a:pt x="0" y="791"/>
                  <a:pt x="67" y="724"/>
                </a:cubicBezTo>
                <a:cubicBezTo>
                  <a:pt x="724" y="67"/>
                  <a:pt x="724" y="67"/>
                  <a:pt x="724" y="67"/>
                </a:cubicBezTo>
                <a:cubicBezTo>
                  <a:pt x="791" y="0"/>
                  <a:pt x="900" y="0"/>
                  <a:pt x="967" y="67"/>
                </a:cubicBezTo>
                <a:cubicBezTo>
                  <a:pt x="1624" y="724"/>
                  <a:pt x="1624" y="724"/>
                  <a:pt x="1624" y="724"/>
                </a:cubicBezTo>
                <a:cubicBezTo>
                  <a:pt x="1691" y="791"/>
                  <a:pt x="1691" y="900"/>
                  <a:pt x="1624" y="967"/>
                </a:cubicBezTo>
                <a:cubicBezTo>
                  <a:pt x="967" y="1624"/>
                  <a:pt x="967" y="1624"/>
                  <a:pt x="967" y="1624"/>
                </a:cubicBezTo>
                <a:cubicBezTo>
                  <a:pt x="900" y="1691"/>
                  <a:pt x="791" y="1691"/>
                  <a:pt x="724" y="1624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0BB57922-089B-617B-DB05-C881EA21986B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 rot="16200000">
            <a:off x="7666727" y="-76160"/>
            <a:ext cx="4560732" cy="4657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06C75E6-2F25-C869-52E2-8C5D355F51AF}"/>
              </a:ext>
            </a:extLst>
          </p:cNvPr>
          <p:cNvSpPr>
            <a:spLocks/>
          </p:cNvSpPr>
          <p:nvPr userDrawn="1"/>
        </p:nvSpPr>
        <p:spPr bwMode="auto">
          <a:xfrm rot="18900000">
            <a:off x="8399071" y="-1421668"/>
            <a:ext cx="2843336" cy="2843336"/>
          </a:xfrm>
          <a:custGeom>
            <a:avLst/>
            <a:gdLst>
              <a:gd name="connsiteX0" fmla="*/ 0 w 2843336"/>
              <a:gd name="connsiteY0" fmla="*/ 0 h 2843336"/>
              <a:gd name="connsiteX1" fmla="*/ 2843336 w 2843336"/>
              <a:gd name="connsiteY1" fmla="*/ 2843336 h 2843336"/>
              <a:gd name="connsiteX2" fmla="*/ 268488 w 2843336"/>
              <a:gd name="connsiteY2" fmla="*/ 2843336 h 2843336"/>
              <a:gd name="connsiteX3" fmla="*/ 0 w 2843336"/>
              <a:gd name="connsiteY3" fmla="*/ 2585131 h 2843336"/>
              <a:gd name="connsiteX0" fmla="*/ 2843336 w 2934776"/>
              <a:gd name="connsiteY0" fmla="*/ 2843336 h 2934776"/>
              <a:gd name="connsiteX1" fmla="*/ 268488 w 2934776"/>
              <a:gd name="connsiteY1" fmla="*/ 2843336 h 2934776"/>
              <a:gd name="connsiteX2" fmla="*/ 0 w 2934776"/>
              <a:gd name="connsiteY2" fmla="*/ 2585131 h 2934776"/>
              <a:gd name="connsiteX3" fmla="*/ 0 w 2934776"/>
              <a:gd name="connsiteY3" fmla="*/ 0 h 2934776"/>
              <a:gd name="connsiteX4" fmla="*/ 2934776 w 2934776"/>
              <a:gd name="connsiteY4" fmla="*/ 2934776 h 2934776"/>
              <a:gd name="connsiteX0" fmla="*/ 2843336 w 2843336"/>
              <a:gd name="connsiteY0" fmla="*/ 2843336 h 2843336"/>
              <a:gd name="connsiteX1" fmla="*/ 268488 w 2843336"/>
              <a:gd name="connsiteY1" fmla="*/ 2843336 h 2843336"/>
              <a:gd name="connsiteX2" fmla="*/ 0 w 2843336"/>
              <a:gd name="connsiteY2" fmla="*/ 2585131 h 2843336"/>
              <a:gd name="connsiteX3" fmla="*/ 0 w 2843336"/>
              <a:gd name="connsiteY3" fmla="*/ 0 h 284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3336" h="2843336">
                <a:moveTo>
                  <a:pt x="2843336" y="2843336"/>
                </a:moveTo>
                <a:lnTo>
                  <a:pt x="268488" y="2843336"/>
                </a:lnTo>
                <a:cubicBezTo>
                  <a:pt x="120207" y="2843336"/>
                  <a:pt x="0" y="2727734"/>
                  <a:pt x="0" y="2585131"/>
                </a:cubicBezTo>
                <a:lnTo>
                  <a:pt x="0" y="0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A10C533-42F2-F66F-9D74-979D4CA2EB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585" y="5760594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05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4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9BE82380-4E70-46AE-92D4-098EF81513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13608" y="1786095"/>
            <a:ext cx="5071843" cy="328581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 title are 36pt Arial Bold sentence case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D67CFEF-F865-1F9D-9E2C-67AFFAA0CE63}"/>
              </a:ext>
            </a:extLst>
          </p:cNvPr>
          <p:cNvSpPr/>
          <p:nvPr userDrawn="1"/>
        </p:nvSpPr>
        <p:spPr>
          <a:xfrm rot="900000">
            <a:off x="10293886" y="-208160"/>
            <a:ext cx="964663" cy="4890833"/>
          </a:xfrm>
          <a:custGeom>
            <a:avLst/>
            <a:gdLst>
              <a:gd name="connsiteX0" fmla="*/ 0 w 964663"/>
              <a:gd name="connsiteY0" fmla="*/ 258480 h 4890833"/>
              <a:gd name="connsiteX1" fmla="*/ 964663 w 964663"/>
              <a:gd name="connsiteY1" fmla="*/ 0 h 4890833"/>
              <a:gd name="connsiteX2" fmla="*/ 964663 w 964663"/>
              <a:gd name="connsiteY2" fmla="*/ 4408501 h 4890833"/>
              <a:gd name="connsiteX3" fmla="*/ 482331 w 964663"/>
              <a:gd name="connsiteY3" fmla="*/ 4890833 h 4890833"/>
              <a:gd name="connsiteX4" fmla="*/ 482332 w 964663"/>
              <a:gd name="connsiteY4" fmla="*/ 4890832 h 4890833"/>
              <a:gd name="connsiteX5" fmla="*/ 0 w 964663"/>
              <a:gd name="connsiteY5" fmla="*/ 4408500 h 4890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4663" h="4890833">
                <a:moveTo>
                  <a:pt x="0" y="258480"/>
                </a:moveTo>
                <a:lnTo>
                  <a:pt x="964663" y="0"/>
                </a:lnTo>
                <a:lnTo>
                  <a:pt x="964663" y="4408501"/>
                </a:lnTo>
                <a:cubicBezTo>
                  <a:pt x="964663" y="4674886"/>
                  <a:pt x="748716" y="4890833"/>
                  <a:pt x="482331" y="4890833"/>
                </a:cubicBezTo>
                <a:lnTo>
                  <a:pt x="482332" y="4890832"/>
                </a:lnTo>
                <a:cubicBezTo>
                  <a:pt x="215947" y="4890832"/>
                  <a:pt x="0" y="4674885"/>
                  <a:pt x="0" y="440850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D764AA-01FA-C186-C3E0-47B71F33D2FE}"/>
              </a:ext>
            </a:extLst>
          </p:cNvPr>
          <p:cNvSpPr/>
          <p:nvPr userDrawn="1"/>
        </p:nvSpPr>
        <p:spPr>
          <a:xfrm rot="900000">
            <a:off x="10213216" y="2788075"/>
            <a:ext cx="964664" cy="4267468"/>
          </a:xfrm>
          <a:custGeom>
            <a:avLst/>
            <a:gdLst>
              <a:gd name="connsiteX0" fmla="*/ 385125 w 964664"/>
              <a:gd name="connsiteY0" fmla="*/ 9799 h 4267468"/>
              <a:gd name="connsiteX1" fmla="*/ 482332 w 964664"/>
              <a:gd name="connsiteY1" fmla="*/ 0 h 4267468"/>
              <a:gd name="connsiteX2" fmla="*/ 964664 w 964664"/>
              <a:gd name="connsiteY2" fmla="*/ 482332 h 4267468"/>
              <a:gd name="connsiteX3" fmla="*/ 964663 w 964664"/>
              <a:gd name="connsiteY3" fmla="*/ 4008987 h 4267468"/>
              <a:gd name="connsiteX4" fmla="*/ 0 w 964664"/>
              <a:gd name="connsiteY4" fmla="*/ 4267468 h 4267468"/>
              <a:gd name="connsiteX5" fmla="*/ 0 w 964664"/>
              <a:gd name="connsiteY5" fmla="*/ 482332 h 4267468"/>
              <a:gd name="connsiteX6" fmla="*/ 385125 w 964664"/>
              <a:gd name="connsiteY6" fmla="*/ 9799 h 426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4664" h="4267468">
                <a:moveTo>
                  <a:pt x="385125" y="9799"/>
                </a:moveTo>
                <a:cubicBezTo>
                  <a:pt x="416524" y="3374"/>
                  <a:pt x="449033" y="0"/>
                  <a:pt x="482332" y="0"/>
                </a:cubicBezTo>
                <a:cubicBezTo>
                  <a:pt x="748717" y="0"/>
                  <a:pt x="964664" y="215947"/>
                  <a:pt x="964664" y="482332"/>
                </a:cubicBezTo>
                <a:lnTo>
                  <a:pt x="964663" y="4008987"/>
                </a:lnTo>
                <a:lnTo>
                  <a:pt x="0" y="4267468"/>
                </a:lnTo>
                <a:lnTo>
                  <a:pt x="0" y="482332"/>
                </a:lnTo>
                <a:cubicBezTo>
                  <a:pt x="0" y="249245"/>
                  <a:pt x="165334" y="54775"/>
                  <a:pt x="385125" y="9799"/>
                </a:cubicBezTo>
                <a:close/>
              </a:path>
            </a:pathLst>
          </a:custGeom>
          <a:solidFill>
            <a:srgbClr val="140B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F09451-D001-7FD7-10AE-3FDD420C1A42}"/>
              </a:ext>
            </a:extLst>
          </p:cNvPr>
          <p:cNvCxnSpPr>
            <a:cxnSpLocks/>
          </p:cNvCxnSpPr>
          <p:nvPr userDrawn="1"/>
        </p:nvCxnSpPr>
        <p:spPr>
          <a:xfrm flipH="1">
            <a:off x="9810345" y="1"/>
            <a:ext cx="1794438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21C1E0A2-F05B-FF80-96D1-66F6D9FFB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330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0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2D2F72F-D515-481D-92AE-42484B6C66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129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2D2F72F-D515-481D-92AE-42484B6C66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CB5613B-D036-4CC6-AE6E-43BAA7F5672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en-GB" sz="2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GB" sz="800" b="0" smtClean="0">
                <a:solidFill>
                  <a:srgbClr val="959CA0"/>
                </a:solidFill>
              </a:rPr>
              <a:t>‹#›</a:t>
            </a:fld>
            <a:endParaRPr lang="en-GB" sz="800" b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EAE710E-6966-4F01-B9CC-1BFD76346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20" y="294468"/>
            <a:ext cx="11338560" cy="768263"/>
          </a:xfrm>
          <a:prstGeom prst="rect">
            <a:avLst/>
          </a:prstGeom>
        </p:spPr>
        <p:txBody>
          <a:bodyPr vert="horz" lIns="91440" tIns="45720" rIns="91440" bIns="45720" anchor="b" anchorCtr="0"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Headlines are 24pt Arial Bold sentence case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844CC5-5CFA-4D8A-8CC7-EAE2374E8A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" y="1091062"/>
            <a:ext cx="11338560" cy="4023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0280478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17F4479-AB2F-544F-914C-7C68ABE310F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36859" y="3208148"/>
            <a:ext cx="5588846" cy="2929323"/>
          </a:xfrm>
          <a:prstGeom prst="rect">
            <a:avLst/>
          </a:prstGeom>
        </p:spPr>
        <p:txBody>
          <a:bodyPr/>
          <a:lstStyle>
            <a:lvl1pPr marL="274320" indent="-274320">
              <a:lnSpc>
                <a:spcPct val="100000"/>
              </a:lnSpc>
              <a:spcBef>
                <a:spcPts val="1000"/>
              </a:spcBef>
              <a:defRPr sz="2400">
                <a:solidFill>
                  <a:schemeClr val="bg1"/>
                </a:solidFill>
              </a:defRPr>
            </a:lvl1pPr>
            <a:lvl2pPr marL="54864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2400">
                <a:solidFill>
                  <a:schemeClr val="bg1"/>
                </a:solidFill>
              </a:defRPr>
            </a:lvl2pPr>
            <a:lvl3pPr marL="82296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2400">
                <a:solidFill>
                  <a:schemeClr val="bg1"/>
                </a:solidFill>
              </a:defRPr>
            </a:lvl3pPr>
            <a:lvl4pPr marL="109728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2400">
                <a:solidFill>
                  <a:schemeClr val="bg1"/>
                </a:solidFill>
              </a:defRPr>
            </a:lvl4pPr>
            <a:lvl5pPr marL="1371600" indent="-27432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Arial 24pt bullet level 1</a:t>
            </a:r>
          </a:p>
          <a:p>
            <a:pPr lvl="1"/>
            <a:r>
              <a:rPr lang="en-US"/>
              <a:t>Arial 24pt bullet level 2</a:t>
            </a:r>
          </a:p>
          <a:p>
            <a:pPr lvl="2"/>
            <a:r>
              <a:rPr lang="en-US"/>
              <a:t>Arial 24pt bullet level 3</a:t>
            </a:r>
          </a:p>
          <a:p>
            <a:pPr lvl="3"/>
            <a:r>
              <a:rPr lang="en-US"/>
              <a:t>Arial 24pt bullet level 4</a:t>
            </a:r>
          </a:p>
          <a:p>
            <a:pPr lvl="4"/>
            <a:r>
              <a:rPr lang="en-US"/>
              <a:t>Arial 24pt bullet level 5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4320" y="1795534"/>
            <a:ext cx="7631698" cy="1174627"/>
          </a:xfrm>
          <a:prstGeom prst="rect">
            <a:avLst/>
          </a:prstGeom>
        </p:spPr>
        <p:txBody>
          <a:bodyPr anchor="b" anchorCtr="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slides are 36pt Arial Bold sentence case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64B443-1067-8D4E-8347-69E3D88570DB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3B4D94-914D-6A47-AF73-BDD6ABF78CB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941EA1A-7BCD-E547-9195-3AF3CBAB9DE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BF4E84-D8C8-3340-8821-E170F38BCB95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4358390-5EFC-484C-9E81-E6E1DFD520E7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29E62D4C-ACB0-644F-9042-ADF3C890F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ECB2AB0-AE05-714C-B46B-551297B2D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5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Charcoal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730897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959CA0"/>
                </a:solidFill>
                <a:ea typeface="Arial" charset="0"/>
                <a:cs typeface="Arial" charset="0"/>
              </a:rPr>
              <a:t>© 2020. All rights reserved. IQVIA</a:t>
            </a:r>
            <a:r>
              <a:rPr lang="en-US" sz="800" baseline="30000">
                <a:solidFill>
                  <a:srgbClr val="959CA0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959CA0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800" kern="1200">
              <a:solidFill>
                <a:srgbClr val="959CA0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329" y="3681765"/>
            <a:ext cx="6349838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3330" y="1271573"/>
            <a:ext cx="7921554" cy="2242315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3329" y="5518464"/>
            <a:ext cx="6349838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F7C616C-CE7B-444E-93B8-D347D03AD088}"/>
              </a:ext>
            </a:extLst>
          </p:cNvPr>
          <p:cNvSpPr/>
          <p:nvPr/>
        </p:nvSpPr>
        <p:spPr>
          <a:xfrm>
            <a:off x="8810601" y="-1043234"/>
            <a:ext cx="365760" cy="36812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7602089-F58B-C84C-B4AB-BF6733B00F42}"/>
              </a:ext>
            </a:extLst>
          </p:cNvPr>
          <p:cNvSpPr>
            <a:spLocks noChangeAspect="1"/>
          </p:cNvSpPr>
          <p:nvPr/>
        </p:nvSpPr>
        <p:spPr>
          <a:xfrm>
            <a:off x="9432234" y="-1043234"/>
            <a:ext cx="545114" cy="548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E3FE531-84E1-CA40-A404-BB9DBCC1632F}"/>
              </a:ext>
            </a:extLst>
          </p:cNvPr>
          <p:cNvSpPr>
            <a:spLocks noChangeAspect="1"/>
          </p:cNvSpPr>
          <p:nvPr/>
        </p:nvSpPr>
        <p:spPr>
          <a:xfrm>
            <a:off x="8373024" y="-1043234"/>
            <a:ext cx="181705" cy="18288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3D6F47-43BF-4540-9690-AE662057D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03678" y="443432"/>
            <a:ext cx="0" cy="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8E2C89B-7571-F544-938F-C99979782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849D536-F609-A744-B36A-8BFB5245F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03678" y="443432"/>
            <a:ext cx="0" cy="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389885A-662E-5947-8436-A98DDE93B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5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Blu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70EE6CC4-BDAD-452E-AE32-77E9A1B11636}"/>
              </a:ext>
            </a:extLst>
          </p:cNvPr>
          <p:cNvSpPr txBox="1"/>
          <p:nvPr/>
        </p:nvSpPr>
        <p:spPr bwMode="black">
          <a:xfrm>
            <a:off x="730897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© 2020. All rights reserved. IQVIA</a:t>
            </a:r>
            <a:r>
              <a:rPr lang="en-US" sz="800" baseline="30000">
                <a:solidFill>
                  <a:srgbClr val="7FD1EF"/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21604DCE-2860-47E1-9A45-B850AE2D52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329" y="3681765"/>
            <a:ext cx="6349838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rgbClr val="BFE8F7"/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A4E4609-F19E-4DD3-A900-7CA905D6E6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3330" y="1271573"/>
            <a:ext cx="7921554" cy="2242315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BB2AC513-3F13-403A-8294-79335D9E76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3329" y="5518464"/>
            <a:ext cx="6349838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8B223-93F9-9E4B-8F7C-EC9FC4ACDAD5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2"/>
          </a:solidFill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76A8BEE-D814-7949-9114-89017682369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796E5C83-B5E5-1D4C-84FB-62353DC44BD9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694892D-C7AC-A442-B8F6-4CDEB7DD8228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671C44A-5B20-DD46-8500-55C2BAA1DA5A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F7C616C-CE7B-444E-93B8-D347D03AD088}"/>
              </a:ext>
            </a:extLst>
          </p:cNvPr>
          <p:cNvSpPr/>
          <p:nvPr/>
        </p:nvSpPr>
        <p:spPr>
          <a:xfrm>
            <a:off x="8810601" y="-1043234"/>
            <a:ext cx="365760" cy="36812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7602089-F58B-C84C-B4AB-BF6733B00F42}"/>
              </a:ext>
            </a:extLst>
          </p:cNvPr>
          <p:cNvSpPr>
            <a:spLocks noChangeAspect="1"/>
          </p:cNvSpPr>
          <p:nvPr/>
        </p:nvSpPr>
        <p:spPr>
          <a:xfrm>
            <a:off x="9432234" y="-1043234"/>
            <a:ext cx="545114" cy="548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E3FE531-84E1-CA40-A404-BB9DBCC1632F}"/>
              </a:ext>
            </a:extLst>
          </p:cNvPr>
          <p:cNvSpPr>
            <a:spLocks noChangeAspect="1"/>
          </p:cNvSpPr>
          <p:nvPr/>
        </p:nvSpPr>
        <p:spPr>
          <a:xfrm>
            <a:off x="8373024" y="-1043234"/>
            <a:ext cx="181705" cy="18288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1AF0D6-51EF-1945-B4E8-68EF85E87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A0C75DF-794A-7740-B701-C5E07B943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8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hite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7AB75BD1-2507-44E0-91E4-42F78B5D2D49}"/>
              </a:ext>
            </a:extLst>
          </p:cNvPr>
          <p:cNvSpPr txBox="1"/>
          <p:nvPr/>
        </p:nvSpPr>
        <p:spPr bwMode="black">
          <a:xfrm>
            <a:off x="730897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© 2020.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64" name="Text Placeholder 21">
            <a:extLst>
              <a:ext uri="{FF2B5EF4-FFF2-40B4-BE49-F238E27FC236}">
                <a16:creationId xmlns:a16="http://schemas.microsoft.com/office/drawing/2014/main" id="{098CCE30-6B5A-4DFB-97B5-AF5CCDE0C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3329" y="3681765"/>
            <a:ext cx="6349838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24pt Arial Italic sentence case and can be 2 lines.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184C4A24-4E36-49F8-AE34-FEFD57A981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3330" y="1271573"/>
            <a:ext cx="7921554" cy="2242315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ct val="100000"/>
              </a:lnSpc>
              <a:defRPr sz="3600" b="1" i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Headline 36pt Arial Bold Title Case Should Be No More Than 2 Lines</a:t>
            </a: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0E82B801-11C9-4FD7-9D6A-B8DAA2120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3329" y="5518464"/>
            <a:ext cx="6349838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16pt Arial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9175BC-552B-D64A-8152-E96EE8CE39AF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370C788-BCB9-AA4B-83CC-830DE2532168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6A666F2-61DC-1141-A28D-9C664CF9E0D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36DAFEC-9E33-D342-8F38-9280EB50249D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4487FF1-1618-4249-B143-BEFFD4E4E8FD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4418D72-B986-414A-97FC-FCCE7B7F1B53}"/>
              </a:ext>
            </a:extLst>
          </p:cNvPr>
          <p:cNvSpPr/>
          <p:nvPr/>
        </p:nvSpPr>
        <p:spPr>
          <a:xfrm>
            <a:off x="8810601" y="-1043234"/>
            <a:ext cx="365760" cy="36812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C17C8-380D-41B2-8F4E-B2A6A80204A7}"/>
              </a:ext>
            </a:extLst>
          </p:cNvPr>
          <p:cNvSpPr>
            <a:spLocks noChangeAspect="1"/>
          </p:cNvSpPr>
          <p:nvPr/>
        </p:nvSpPr>
        <p:spPr>
          <a:xfrm>
            <a:off x="9432234" y="-1043234"/>
            <a:ext cx="545114" cy="548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D82C82-AD27-49A1-AB10-24272A1884F7}"/>
              </a:ext>
            </a:extLst>
          </p:cNvPr>
          <p:cNvSpPr>
            <a:spLocks noChangeAspect="1"/>
          </p:cNvSpPr>
          <p:nvPr/>
        </p:nvSpPr>
        <p:spPr>
          <a:xfrm>
            <a:off x="8373024" y="-1043234"/>
            <a:ext cx="181705" cy="18288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A43F6D9-2B76-4F47-8BB1-588F5D046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77A25CF-5914-0B4E-8C5F-E8D980A4AE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5576FF8-95FB-5A4A-AD47-8ECC3E9AED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1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30"/>
            <a:ext cx="11338560" cy="45778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16pt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9F63AD4-B76D-3B4F-9D8D-50FE701100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9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49B7DBB-D418-4245-8897-F7BF24A4C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3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B41ADD7-88C0-DB40-906A-BEDD0E1B9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5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FE4F4C-058F-1246-9292-27658894B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2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1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8658025-8660-B74C-8ED5-6D1A405A1A70}"/>
              </a:ext>
            </a:extLst>
          </p:cNvPr>
          <p:cNvSpPr/>
          <p:nvPr/>
        </p:nvSpPr>
        <p:spPr bwMode="gray">
          <a:xfrm>
            <a:off x="353568" y="0"/>
            <a:ext cx="11484864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accent1"/>
              </a:buClr>
              <a:buFont typeface="System Font Regular"/>
              <a:buChar char="+"/>
              <a:defRPr sz="1800">
                <a:solidFill>
                  <a:schemeClr val="tx1"/>
                </a:solidFill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  <a:p>
            <a:pPr lvl="0"/>
            <a:r>
              <a:rPr lang="en-US"/>
              <a:t>Arial 18pt bullet level 1</a:t>
            </a:r>
          </a:p>
          <a:p>
            <a:pPr lvl="1"/>
            <a:r>
              <a:rPr lang="en-US"/>
              <a:t>Arial 16pt bullet level 2</a:t>
            </a:r>
          </a:p>
          <a:p>
            <a:pPr lvl="2"/>
            <a:r>
              <a:rPr lang="en-US"/>
              <a:t>Arial 16pt bullet level 3</a:t>
            </a:r>
          </a:p>
          <a:p>
            <a:pPr lvl="3"/>
            <a:r>
              <a:rPr lang="en-US"/>
              <a:t>Arial 16pt bullet level 4</a:t>
            </a:r>
          </a:p>
          <a:p>
            <a:pPr lvl="4"/>
            <a:r>
              <a:rPr lang="en-US"/>
              <a:t>Arial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Table of contents or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1CD0AD-A634-4EA6-AE67-C63B52CE7B06}"/>
              </a:ext>
            </a:extLst>
          </p:cNvPr>
          <p:cNvGrpSpPr/>
          <p:nvPr/>
        </p:nvGrpSpPr>
        <p:grpSpPr>
          <a:xfrm>
            <a:off x="-1" y="260324"/>
            <a:ext cx="1250388" cy="1575820"/>
            <a:chOff x="-1" y="260324"/>
            <a:chExt cx="1250388" cy="1575820"/>
          </a:xfrm>
          <a:solidFill>
            <a:schemeClr val="accent1"/>
          </a:solidFill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2E777F5-EFF3-457A-8259-AC8F3FAFC249}"/>
                </a:ext>
              </a:extLst>
            </p:cNvPr>
            <p:cNvGrpSpPr/>
            <p:nvPr/>
          </p:nvGrpSpPr>
          <p:grpSpPr>
            <a:xfrm>
              <a:off x="686264" y="1652391"/>
              <a:ext cx="564123" cy="183753"/>
              <a:chOff x="876236" y="5534957"/>
              <a:chExt cx="1674271" cy="545364"/>
            </a:xfrm>
            <a:grpFill/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117E7E6-D510-412B-8045-21F2179CDBFD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79A544B5-B37E-40F9-A3D1-E4A00DF6E89F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F1038BB-A4E9-41A9-B2F4-23E7F5CD6621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9BE464-4CCF-4D58-8077-7337778D29CA}"/>
                </a:ext>
              </a:extLst>
            </p:cNvPr>
            <p:cNvGrpSpPr/>
            <p:nvPr/>
          </p:nvGrpSpPr>
          <p:grpSpPr>
            <a:xfrm>
              <a:off x="864211" y="1304375"/>
              <a:ext cx="386176" cy="183753"/>
              <a:chOff x="1404367" y="4502072"/>
              <a:chExt cx="1146140" cy="545364"/>
            </a:xfrm>
            <a:grpFill/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0DC8CC7-4C81-439E-B602-330616AC3184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CB59EFB-5B99-4637-9821-186308CA811D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060CC02-8F6C-45AF-9DBE-33B4EAA77FAE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BE8CF3-142D-438A-880B-7423D1E442C5}"/>
                </a:ext>
              </a:extLst>
            </p:cNvPr>
            <p:cNvGrpSpPr/>
            <p:nvPr/>
          </p:nvGrpSpPr>
          <p:grpSpPr>
            <a:xfrm>
              <a:off x="917753" y="956358"/>
              <a:ext cx="332634" cy="183753"/>
              <a:chOff x="1560101" y="3469185"/>
              <a:chExt cx="987231" cy="545364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1D9E7AA-5FDE-45C3-B7AC-F8C06B142069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13502E5E-1590-4501-977E-A406C72F35D0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849375F-4430-4BAF-8CD8-BABE2895B0CD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368109-07EC-4B00-B53E-7AA055EEDBEE}"/>
                </a:ext>
              </a:extLst>
            </p:cNvPr>
            <p:cNvGrpSpPr/>
            <p:nvPr/>
          </p:nvGrpSpPr>
          <p:grpSpPr>
            <a:xfrm>
              <a:off x="868078" y="608341"/>
              <a:ext cx="382309" cy="183753"/>
              <a:chOff x="1415887" y="2436300"/>
              <a:chExt cx="1134663" cy="545364"/>
            </a:xfrm>
            <a:grpFill/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458E032A-AC8B-4235-848E-250F4190B814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E7F926D-F5AA-4D9E-9C81-33784AC45D5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1912F97-C2EB-4275-9791-4E9C64D9ACD9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16323A1-198A-411C-8014-263092240122}"/>
                </a:ext>
              </a:extLst>
            </p:cNvPr>
            <p:cNvGrpSpPr/>
            <p:nvPr/>
          </p:nvGrpSpPr>
          <p:grpSpPr>
            <a:xfrm>
              <a:off x="693506" y="260324"/>
              <a:ext cx="556881" cy="183753"/>
              <a:chOff x="898206" y="1403413"/>
              <a:chExt cx="1652778" cy="545364"/>
            </a:xfrm>
            <a:grpFill/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CE0676-4E25-4F10-A07B-A47F92C7CF81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4E9DB86-0937-4D11-B319-669FF994439C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D6AB82A-C88A-4E42-B5CF-C687B3371284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54DFB64-FFE8-4762-8BD2-6D5B67A56394}"/>
                </a:ext>
              </a:extLst>
            </p:cNvPr>
            <p:cNvSpPr/>
            <p:nvPr/>
          </p:nvSpPr>
          <p:spPr>
            <a:xfrm>
              <a:off x="0" y="260324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2D6BF1B-7B4E-4715-B3AA-0137D5565B61}"/>
                </a:ext>
              </a:extLst>
            </p:cNvPr>
            <p:cNvSpPr/>
            <p:nvPr/>
          </p:nvSpPr>
          <p:spPr>
            <a:xfrm>
              <a:off x="-1" y="608341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FFECD78-AD3E-430A-825C-361F3F0A6DF1}"/>
                </a:ext>
              </a:extLst>
            </p:cNvPr>
            <p:cNvSpPr/>
            <p:nvPr/>
          </p:nvSpPr>
          <p:spPr>
            <a:xfrm>
              <a:off x="0" y="952508"/>
              <a:ext cx="786403" cy="183006"/>
            </a:xfrm>
            <a:custGeom>
              <a:avLst/>
              <a:gdLst>
                <a:gd name="connsiteX0" fmla="*/ 0 w 786403"/>
                <a:gd name="connsiteY0" fmla="*/ 0 h 183006"/>
                <a:gd name="connsiteX1" fmla="*/ 692936 w 786403"/>
                <a:gd name="connsiteY1" fmla="*/ 0 h 183006"/>
                <a:gd name="connsiteX2" fmla="*/ 692936 w 786403"/>
                <a:gd name="connsiteY2" fmla="*/ 397 h 183006"/>
                <a:gd name="connsiteX3" fmla="*/ 694900 w 786403"/>
                <a:gd name="connsiteY3" fmla="*/ 0 h 183006"/>
                <a:gd name="connsiteX4" fmla="*/ 786403 w 786403"/>
                <a:gd name="connsiteY4" fmla="*/ 91503 h 183006"/>
                <a:gd name="connsiteX5" fmla="*/ 694900 w 786403"/>
                <a:gd name="connsiteY5" fmla="*/ 183006 h 183006"/>
                <a:gd name="connsiteX6" fmla="*/ 692936 w 786403"/>
                <a:gd name="connsiteY6" fmla="*/ 182610 h 183006"/>
                <a:gd name="connsiteX7" fmla="*/ 692936 w 786403"/>
                <a:gd name="connsiteY7" fmla="*/ 183006 h 183006"/>
                <a:gd name="connsiteX8" fmla="*/ 0 w 786403"/>
                <a:gd name="connsiteY8" fmla="*/ 183006 h 183006"/>
                <a:gd name="connsiteX9" fmla="*/ 0 w 786403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6403" h="183006">
                  <a:moveTo>
                    <a:pt x="0" y="0"/>
                  </a:moveTo>
                  <a:lnTo>
                    <a:pt x="692936" y="0"/>
                  </a:lnTo>
                  <a:lnTo>
                    <a:pt x="692936" y="397"/>
                  </a:lnTo>
                  <a:lnTo>
                    <a:pt x="694900" y="0"/>
                  </a:lnTo>
                  <a:cubicBezTo>
                    <a:pt x="745436" y="0"/>
                    <a:pt x="786403" y="40967"/>
                    <a:pt x="786403" y="91503"/>
                  </a:cubicBezTo>
                  <a:cubicBezTo>
                    <a:pt x="786403" y="142039"/>
                    <a:pt x="745436" y="183006"/>
                    <a:pt x="694900" y="183006"/>
                  </a:cubicBezTo>
                  <a:lnTo>
                    <a:pt x="692936" y="182610"/>
                  </a:lnTo>
                  <a:lnTo>
                    <a:pt x="69293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1864E2F-2224-4B8D-A54C-010E70A5006D}"/>
                </a:ext>
              </a:extLst>
            </p:cNvPr>
            <p:cNvSpPr/>
            <p:nvPr/>
          </p:nvSpPr>
          <p:spPr>
            <a:xfrm>
              <a:off x="-1" y="1304902"/>
              <a:ext cx="733596" cy="182880"/>
            </a:xfrm>
            <a:custGeom>
              <a:avLst/>
              <a:gdLst>
                <a:gd name="connsiteX0" fmla="*/ 0 w 733596"/>
                <a:gd name="connsiteY0" fmla="*/ 0 h 182880"/>
                <a:gd name="connsiteX1" fmla="*/ 642156 w 733596"/>
                <a:gd name="connsiteY1" fmla="*/ 0 h 182880"/>
                <a:gd name="connsiteX2" fmla="*/ 733596 w 733596"/>
                <a:gd name="connsiteY2" fmla="*/ 91440 h 182880"/>
                <a:gd name="connsiteX3" fmla="*/ 642156 w 733596"/>
                <a:gd name="connsiteY3" fmla="*/ 182880 h 182880"/>
                <a:gd name="connsiteX4" fmla="*/ 0 w 733596"/>
                <a:gd name="connsiteY4" fmla="*/ 182880 h 182880"/>
                <a:gd name="connsiteX5" fmla="*/ 0 w 733596"/>
                <a:gd name="connsiteY5" fmla="*/ 0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3596" h="182880">
                  <a:moveTo>
                    <a:pt x="0" y="0"/>
                  </a:moveTo>
                  <a:lnTo>
                    <a:pt x="642156" y="0"/>
                  </a:lnTo>
                  <a:cubicBezTo>
                    <a:pt x="692657" y="0"/>
                    <a:pt x="733596" y="40939"/>
                    <a:pt x="733596" y="91440"/>
                  </a:cubicBezTo>
                  <a:cubicBezTo>
                    <a:pt x="733596" y="141941"/>
                    <a:pt x="692657" y="182880"/>
                    <a:pt x="642156" y="182880"/>
                  </a:cubicBezTo>
                  <a:lnTo>
                    <a:pt x="0" y="18288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652EA3D-B91A-4960-BC33-8380D943F8F9}"/>
                </a:ext>
              </a:extLst>
            </p:cNvPr>
            <p:cNvSpPr/>
            <p:nvPr/>
          </p:nvSpPr>
          <p:spPr>
            <a:xfrm>
              <a:off x="0" y="1649603"/>
              <a:ext cx="550424" cy="183006"/>
            </a:xfrm>
            <a:custGeom>
              <a:avLst/>
              <a:gdLst>
                <a:gd name="connsiteX0" fmla="*/ 0 w 550424"/>
                <a:gd name="connsiteY0" fmla="*/ 0 h 183006"/>
                <a:gd name="connsiteX1" fmla="*/ 456956 w 550424"/>
                <a:gd name="connsiteY1" fmla="*/ 0 h 183006"/>
                <a:gd name="connsiteX2" fmla="*/ 456956 w 550424"/>
                <a:gd name="connsiteY2" fmla="*/ 397 h 183006"/>
                <a:gd name="connsiteX3" fmla="*/ 458921 w 550424"/>
                <a:gd name="connsiteY3" fmla="*/ 0 h 183006"/>
                <a:gd name="connsiteX4" fmla="*/ 550424 w 550424"/>
                <a:gd name="connsiteY4" fmla="*/ 91503 h 183006"/>
                <a:gd name="connsiteX5" fmla="*/ 458921 w 550424"/>
                <a:gd name="connsiteY5" fmla="*/ 183006 h 183006"/>
                <a:gd name="connsiteX6" fmla="*/ 456956 w 550424"/>
                <a:gd name="connsiteY6" fmla="*/ 182609 h 183006"/>
                <a:gd name="connsiteX7" fmla="*/ 456956 w 550424"/>
                <a:gd name="connsiteY7" fmla="*/ 183006 h 183006"/>
                <a:gd name="connsiteX8" fmla="*/ 0 w 550424"/>
                <a:gd name="connsiteY8" fmla="*/ 183006 h 183006"/>
                <a:gd name="connsiteX9" fmla="*/ 0 w 550424"/>
                <a:gd name="connsiteY9" fmla="*/ 0 h 18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0424" h="183006">
                  <a:moveTo>
                    <a:pt x="0" y="0"/>
                  </a:moveTo>
                  <a:lnTo>
                    <a:pt x="456956" y="0"/>
                  </a:lnTo>
                  <a:lnTo>
                    <a:pt x="456956" y="397"/>
                  </a:lnTo>
                  <a:lnTo>
                    <a:pt x="458921" y="0"/>
                  </a:lnTo>
                  <a:cubicBezTo>
                    <a:pt x="509457" y="0"/>
                    <a:pt x="550424" y="40967"/>
                    <a:pt x="550424" y="91503"/>
                  </a:cubicBezTo>
                  <a:cubicBezTo>
                    <a:pt x="550424" y="142039"/>
                    <a:pt x="509457" y="183006"/>
                    <a:pt x="458921" y="183006"/>
                  </a:cubicBezTo>
                  <a:lnTo>
                    <a:pt x="456956" y="182609"/>
                  </a:lnTo>
                  <a:lnTo>
                    <a:pt x="456956" y="183006"/>
                  </a:lnTo>
                  <a:lnTo>
                    <a:pt x="0" y="18300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</a:rPr>
              <a:t>‹#›</a:t>
            </a:fld>
            <a:endParaRPr lang="en-US" sz="800" b="0">
              <a:solidFill>
                <a:srgbClr val="959CA0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AB890B20-7C27-E743-AFC7-1377DA742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3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36858" y="1795535"/>
            <a:ext cx="5588846" cy="4341936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B9A207CB-7D3D-2245-B4EB-AB96C5D60E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097A297-0518-B946-B9DB-E1ECD62C2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2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Grey - IQVIA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F63227-657D-4706-8FAB-F4C176968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sp>
        <p:nvSpPr>
          <p:cNvPr id="60" name="Title 1">
            <a:extLst>
              <a:ext uri="{FF2B5EF4-FFF2-40B4-BE49-F238E27FC236}">
                <a16:creationId xmlns:a16="http://schemas.microsoft.com/office/drawing/2014/main" id="{B8567F05-315D-614C-B916-93236217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36858" y="1795535"/>
            <a:ext cx="5588846" cy="4341936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Dividers are 36pt Arial Bold sentence case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8BFCDA-FC31-2A4E-97D4-B728D66FDDB6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BAD41B1-1630-BD43-A04E-438392C529EA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44435BD-EEDE-4C41-A1F2-ABC0999A168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C4729E5-C07B-2441-A6B5-D4DA9E028AEC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3C7C95F-71E5-2D48-9ED1-A6A7A40FCE53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D53D1E7-5120-0F4B-B38C-FAE533E99835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389268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ought Slide - IQVIA">
    <p:bg>
      <p:bgPr>
        <a:gradFill>
          <a:gsLst>
            <a:gs pos="20000">
              <a:schemeClr val="accent2"/>
            </a:gs>
            <a:gs pos="8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E54A23A-653F-044A-872E-96D84FA8FBB7}"/>
              </a:ext>
            </a:extLst>
          </p:cNvPr>
          <p:cNvGrpSpPr/>
          <p:nvPr/>
        </p:nvGrpSpPr>
        <p:grpSpPr>
          <a:xfrm>
            <a:off x="0" y="1460563"/>
            <a:ext cx="2550984" cy="4676908"/>
            <a:chOff x="0" y="1403413"/>
            <a:chExt cx="2550984" cy="4676908"/>
          </a:xfrm>
          <a:solidFill>
            <a:schemeClr val="accent1"/>
          </a:solidFill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4260B0-4CB4-D64E-9C92-5124265DA7A3}"/>
                </a:ext>
              </a:extLst>
            </p:cNvPr>
            <p:cNvGrpSpPr/>
            <p:nvPr/>
          </p:nvGrpSpPr>
          <p:grpSpPr>
            <a:xfrm>
              <a:off x="1" y="4502072"/>
              <a:ext cx="1013573" cy="545364"/>
              <a:chOff x="1" y="4502072"/>
              <a:chExt cx="1013573" cy="545364"/>
            </a:xfrm>
            <a:grpFill/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FE54BDC-92F7-FF47-96F4-48A8CED3C760}"/>
                  </a:ext>
                </a:extLst>
              </p:cNvPr>
              <p:cNvSpPr/>
              <p:nvPr/>
            </p:nvSpPr>
            <p:spPr>
              <a:xfrm>
                <a:off x="1" y="4502072"/>
                <a:ext cx="73504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BC52103-9224-6C4C-89DA-F8113C00854E}"/>
                  </a:ext>
                </a:extLst>
              </p:cNvPr>
              <p:cNvSpPr/>
              <p:nvPr/>
            </p:nvSpPr>
            <p:spPr>
              <a:xfrm>
                <a:off x="468210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C066D0-213A-4E42-B2BA-FB39C744A96E}"/>
                </a:ext>
              </a:extLst>
            </p:cNvPr>
            <p:cNvGrpSpPr/>
            <p:nvPr/>
          </p:nvGrpSpPr>
          <p:grpSpPr>
            <a:xfrm>
              <a:off x="0" y="3469185"/>
              <a:ext cx="1162174" cy="545364"/>
              <a:chOff x="0" y="3469185"/>
              <a:chExt cx="1162174" cy="545364"/>
            </a:xfrm>
            <a:grpFill/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DA67A407-7D4D-3749-9A23-617DCB2CC42B}"/>
                  </a:ext>
                </a:extLst>
              </p:cNvPr>
              <p:cNvSpPr/>
              <p:nvPr/>
            </p:nvSpPr>
            <p:spPr>
              <a:xfrm>
                <a:off x="0" y="3469185"/>
                <a:ext cx="8836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5FFBBA7-854B-B748-B093-1CE3952BB1BD}"/>
                  </a:ext>
                </a:extLst>
              </p:cNvPr>
              <p:cNvSpPr/>
              <p:nvPr/>
            </p:nvSpPr>
            <p:spPr>
              <a:xfrm>
                <a:off x="616810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143330-49E8-4D4D-A683-BA5AC4536F35}"/>
                </a:ext>
              </a:extLst>
            </p:cNvPr>
            <p:cNvGrpSpPr/>
            <p:nvPr/>
          </p:nvGrpSpPr>
          <p:grpSpPr>
            <a:xfrm>
              <a:off x="0" y="2436300"/>
              <a:ext cx="1023436" cy="545364"/>
              <a:chOff x="0" y="2440184"/>
              <a:chExt cx="1023436" cy="545364"/>
            </a:xfrm>
            <a:grpFill/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036A379-1707-5D4E-AAD8-4CD10718D475}"/>
                  </a:ext>
                </a:extLst>
              </p:cNvPr>
              <p:cNvSpPr/>
              <p:nvPr/>
            </p:nvSpPr>
            <p:spPr>
              <a:xfrm>
                <a:off x="0" y="2440184"/>
                <a:ext cx="74406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B1666CD-BEF0-4D4B-BA70-902CCBD452A2}"/>
                  </a:ext>
                </a:extLst>
              </p:cNvPr>
              <p:cNvSpPr/>
              <p:nvPr/>
            </p:nvSpPr>
            <p:spPr>
              <a:xfrm>
                <a:off x="478072" y="2440184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6437A27-019B-564D-B996-C91C1F5CC2C9}"/>
                </a:ext>
              </a:extLst>
            </p:cNvPr>
            <p:cNvGrpSpPr/>
            <p:nvPr/>
          </p:nvGrpSpPr>
          <p:grpSpPr>
            <a:xfrm>
              <a:off x="876713" y="5534957"/>
              <a:ext cx="1674271" cy="545364"/>
              <a:chOff x="876236" y="5534957"/>
              <a:chExt cx="1674271" cy="545364"/>
            </a:xfrm>
            <a:grpFill/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A63EA5C-5E6E-BC4A-9E7A-94DE3B6280E8}"/>
                  </a:ext>
                </a:extLst>
              </p:cNvPr>
              <p:cNvSpPr/>
              <p:nvPr/>
            </p:nvSpPr>
            <p:spPr>
              <a:xfrm>
                <a:off x="1154393" y="5534957"/>
                <a:ext cx="1117582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A0BB5E6-BAD7-3F49-A359-BE26A2F6BE4C}"/>
                  </a:ext>
                </a:extLst>
              </p:cNvPr>
              <p:cNvSpPr/>
              <p:nvPr/>
            </p:nvSpPr>
            <p:spPr>
              <a:xfrm>
                <a:off x="2005143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1C16252C-42E7-844C-86B3-C65D63364C8F}"/>
                  </a:ext>
                </a:extLst>
              </p:cNvPr>
              <p:cNvSpPr/>
              <p:nvPr/>
            </p:nvSpPr>
            <p:spPr>
              <a:xfrm>
                <a:off x="876236" y="5534957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F5CA18-ACA9-2A42-A4F3-CA7027AC1183}"/>
                </a:ext>
              </a:extLst>
            </p:cNvPr>
            <p:cNvGrpSpPr/>
            <p:nvPr/>
          </p:nvGrpSpPr>
          <p:grpSpPr>
            <a:xfrm>
              <a:off x="1404844" y="4502072"/>
              <a:ext cx="1146140" cy="545364"/>
              <a:chOff x="1404367" y="4502072"/>
              <a:chExt cx="1146140" cy="545364"/>
            </a:xfrm>
            <a:grpFill/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F9009F8-F40E-4142-9FD4-5F82D827183E}"/>
                  </a:ext>
                </a:extLst>
              </p:cNvPr>
              <p:cNvSpPr/>
              <p:nvPr/>
            </p:nvSpPr>
            <p:spPr>
              <a:xfrm>
                <a:off x="1682197" y="4502072"/>
                <a:ext cx="589775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656972E-4EE4-B440-BF3B-7C50C2F4AFD2}"/>
                  </a:ext>
                </a:extLst>
              </p:cNvPr>
              <p:cNvSpPr/>
              <p:nvPr/>
            </p:nvSpPr>
            <p:spPr>
              <a:xfrm>
                <a:off x="2005143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56FC643-92EC-5446-B635-5272B44ABBC4}"/>
                  </a:ext>
                </a:extLst>
              </p:cNvPr>
              <p:cNvSpPr/>
              <p:nvPr/>
            </p:nvSpPr>
            <p:spPr>
              <a:xfrm>
                <a:off x="1404367" y="4502072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F13C1C-5A0B-E349-81D8-289CF597EFF6}"/>
                </a:ext>
              </a:extLst>
            </p:cNvPr>
            <p:cNvGrpSpPr/>
            <p:nvPr/>
          </p:nvGrpSpPr>
          <p:grpSpPr>
            <a:xfrm>
              <a:off x="1563753" y="3469185"/>
              <a:ext cx="987231" cy="545364"/>
              <a:chOff x="1560101" y="3469185"/>
              <a:chExt cx="987231" cy="545364"/>
            </a:xfrm>
            <a:grpFill/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4037E36-7ECF-7242-B733-14F93EF6E7A7}"/>
                  </a:ext>
                </a:extLst>
              </p:cNvPr>
              <p:cNvSpPr/>
              <p:nvPr/>
            </p:nvSpPr>
            <p:spPr>
              <a:xfrm>
                <a:off x="1560101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3A075E0-B627-254E-A4FB-378B4E95EDE4}"/>
                  </a:ext>
                </a:extLst>
              </p:cNvPr>
              <p:cNvSpPr/>
              <p:nvPr/>
            </p:nvSpPr>
            <p:spPr>
              <a:xfrm>
                <a:off x="1825936" y="3469185"/>
                <a:ext cx="446037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2AE0DCE-94BE-7947-8768-92F78F9D7213}"/>
                  </a:ext>
                </a:extLst>
              </p:cNvPr>
              <p:cNvSpPr/>
              <p:nvPr/>
            </p:nvSpPr>
            <p:spPr>
              <a:xfrm>
                <a:off x="2001968" y="3469185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D361C0-AC3B-D84D-9A88-5FC411D00470}"/>
                </a:ext>
              </a:extLst>
            </p:cNvPr>
            <p:cNvGrpSpPr/>
            <p:nvPr/>
          </p:nvGrpSpPr>
          <p:grpSpPr>
            <a:xfrm>
              <a:off x="1416321" y="2436300"/>
              <a:ext cx="1134663" cy="545364"/>
              <a:chOff x="1415887" y="2436300"/>
              <a:chExt cx="1134663" cy="545364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603488A-FE35-DC44-B59F-D73A4174124C}"/>
                  </a:ext>
                </a:extLst>
              </p:cNvPr>
              <p:cNvSpPr/>
              <p:nvPr/>
            </p:nvSpPr>
            <p:spPr>
              <a:xfrm>
                <a:off x="2005186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562BC2A-8E8F-8F4A-AF64-D93514A83DE2}"/>
                  </a:ext>
                </a:extLst>
              </p:cNvPr>
              <p:cNvSpPr/>
              <p:nvPr/>
            </p:nvSpPr>
            <p:spPr>
              <a:xfrm>
                <a:off x="1415887" y="2436300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5DA935B-E728-D449-B962-9C993F9194C3}"/>
                  </a:ext>
                </a:extLst>
              </p:cNvPr>
              <p:cNvSpPr/>
              <p:nvPr/>
            </p:nvSpPr>
            <p:spPr>
              <a:xfrm>
                <a:off x="1682240" y="2436300"/>
                <a:ext cx="58973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7C5B5FC-28F8-6A43-9D03-F89AA5DADC09}"/>
                </a:ext>
              </a:extLst>
            </p:cNvPr>
            <p:cNvGrpSpPr/>
            <p:nvPr/>
          </p:nvGrpSpPr>
          <p:grpSpPr>
            <a:xfrm>
              <a:off x="898206" y="1403413"/>
              <a:ext cx="1652778" cy="545364"/>
              <a:chOff x="898206" y="1403413"/>
              <a:chExt cx="1652778" cy="545364"/>
            </a:xfrm>
            <a:grpFill/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34D7784-E348-154F-80D9-BA83F6D4D68E}"/>
                  </a:ext>
                </a:extLst>
              </p:cNvPr>
              <p:cNvSpPr/>
              <p:nvPr/>
            </p:nvSpPr>
            <p:spPr>
              <a:xfrm>
                <a:off x="2005620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849EC6B-F9A7-F742-813C-BBB1639B37A5}"/>
                  </a:ext>
                </a:extLst>
              </p:cNvPr>
              <p:cNvSpPr/>
              <p:nvPr/>
            </p:nvSpPr>
            <p:spPr>
              <a:xfrm>
                <a:off x="898206" y="1403413"/>
                <a:ext cx="545364" cy="54536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1DB5796-D137-AF40-AB92-A11E96841BD6}"/>
                  </a:ext>
                </a:extLst>
              </p:cNvPr>
              <p:cNvSpPr/>
              <p:nvPr/>
            </p:nvSpPr>
            <p:spPr>
              <a:xfrm>
                <a:off x="1164538" y="1403413"/>
                <a:ext cx="1117581" cy="54536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/>
              </a:p>
            </p:txBody>
          </p:sp>
        </p:grp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606B288-B2E5-CB4F-9CD4-6304B4259D84}"/>
                </a:ext>
              </a:extLst>
            </p:cNvPr>
            <p:cNvSpPr/>
            <p:nvPr/>
          </p:nvSpPr>
          <p:spPr>
            <a:xfrm>
              <a:off x="1945" y="5534957"/>
              <a:ext cx="476127" cy="545364"/>
            </a:xfrm>
            <a:custGeom>
              <a:avLst/>
              <a:gdLst>
                <a:gd name="connsiteX0" fmla="*/ 0 w 476127"/>
                <a:gd name="connsiteY0" fmla="*/ 0 h 545364"/>
                <a:gd name="connsiteX1" fmla="*/ 197590 w 476127"/>
                <a:gd name="connsiteY1" fmla="*/ 0 h 545364"/>
                <a:gd name="connsiteX2" fmla="*/ 197590 w 476127"/>
                <a:gd name="connsiteY2" fmla="*/ 590 h 545364"/>
                <a:gd name="connsiteX3" fmla="*/ 203445 w 476127"/>
                <a:gd name="connsiteY3" fmla="*/ 0 h 545364"/>
                <a:gd name="connsiteX4" fmla="*/ 476127 w 476127"/>
                <a:gd name="connsiteY4" fmla="*/ 272682 h 545364"/>
                <a:gd name="connsiteX5" fmla="*/ 203445 w 476127"/>
                <a:gd name="connsiteY5" fmla="*/ 545364 h 545364"/>
                <a:gd name="connsiteX6" fmla="*/ 197590 w 476127"/>
                <a:gd name="connsiteY6" fmla="*/ 544774 h 545364"/>
                <a:gd name="connsiteX7" fmla="*/ 197590 w 476127"/>
                <a:gd name="connsiteY7" fmla="*/ 545364 h 545364"/>
                <a:gd name="connsiteX8" fmla="*/ 0 w 476127"/>
                <a:gd name="connsiteY8" fmla="*/ 545364 h 545364"/>
                <a:gd name="connsiteX9" fmla="*/ 0 w 476127"/>
                <a:gd name="connsiteY9" fmla="*/ 452614 h 545364"/>
                <a:gd name="connsiteX10" fmla="*/ 0 w 476127"/>
                <a:gd name="connsiteY10" fmla="*/ 92750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76127" h="545364">
                  <a:moveTo>
                    <a:pt x="0" y="0"/>
                  </a:moveTo>
                  <a:lnTo>
                    <a:pt x="197590" y="0"/>
                  </a:lnTo>
                  <a:lnTo>
                    <a:pt x="197590" y="590"/>
                  </a:lnTo>
                  <a:lnTo>
                    <a:pt x="203445" y="0"/>
                  </a:lnTo>
                  <a:cubicBezTo>
                    <a:pt x="354043" y="0"/>
                    <a:pt x="476127" y="122084"/>
                    <a:pt x="476127" y="272682"/>
                  </a:cubicBezTo>
                  <a:cubicBezTo>
                    <a:pt x="476127" y="423280"/>
                    <a:pt x="354043" y="545364"/>
                    <a:pt x="203445" y="545364"/>
                  </a:cubicBezTo>
                  <a:lnTo>
                    <a:pt x="197590" y="544774"/>
                  </a:lnTo>
                  <a:lnTo>
                    <a:pt x="197590" y="545364"/>
                  </a:lnTo>
                  <a:lnTo>
                    <a:pt x="0" y="545364"/>
                  </a:lnTo>
                  <a:lnTo>
                    <a:pt x="0" y="452614"/>
                  </a:lnTo>
                  <a:lnTo>
                    <a:pt x="0" y="9275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8324F76-739D-5A41-8026-F96B96947F97}"/>
                </a:ext>
              </a:extLst>
            </p:cNvPr>
            <p:cNvSpPr/>
            <p:nvPr/>
          </p:nvSpPr>
          <p:spPr>
            <a:xfrm>
              <a:off x="0" y="1403413"/>
              <a:ext cx="501699" cy="545364"/>
            </a:xfrm>
            <a:custGeom>
              <a:avLst/>
              <a:gdLst>
                <a:gd name="connsiteX0" fmla="*/ 1 w 501699"/>
                <a:gd name="connsiteY0" fmla="*/ 0 h 545364"/>
                <a:gd name="connsiteX1" fmla="*/ 223169 w 501699"/>
                <a:gd name="connsiteY1" fmla="*/ 0 h 545364"/>
                <a:gd name="connsiteX2" fmla="*/ 223169 w 501699"/>
                <a:gd name="connsiteY2" fmla="*/ 590 h 545364"/>
                <a:gd name="connsiteX3" fmla="*/ 229017 w 501699"/>
                <a:gd name="connsiteY3" fmla="*/ 0 h 545364"/>
                <a:gd name="connsiteX4" fmla="*/ 501699 w 501699"/>
                <a:gd name="connsiteY4" fmla="*/ 272682 h 545364"/>
                <a:gd name="connsiteX5" fmla="*/ 229017 w 501699"/>
                <a:gd name="connsiteY5" fmla="*/ 545364 h 545364"/>
                <a:gd name="connsiteX6" fmla="*/ 223169 w 501699"/>
                <a:gd name="connsiteY6" fmla="*/ 544775 h 545364"/>
                <a:gd name="connsiteX7" fmla="*/ 223169 w 501699"/>
                <a:gd name="connsiteY7" fmla="*/ 545364 h 545364"/>
                <a:gd name="connsiteX8" fmla="*/ 1 w 501699"/>
                <a:gd name="connsiteY8" fmla="*/ 545364 h 545364"/>
                <a:gd name="connsiteX9" fmla="*/ 1 w 501699"/>
                <a:gd name="connsiteY9" fmla="*/ 419791 h 545364"/>
                <a:gd name="connsiteX10" fmla="*/ 0 w 501699"/>
                <a:gd name="connsiteY10" fmla="*/ 419789 h 545364"/>
                <a:gd name="connsiteX11" fmla="*/ 0 w 501699"/>
                <a:gd name="connsiteY11" fmla="*/ 125575 h 545364"/>
                <a:gd name="connsiteX12" fmla="*/ 1 w 501699"/>
                <a:gd name="connsiteY12" fmla="*/ 125573 h 54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1699" h="545364">
                  <a:moveTo>
                    <a:pt x="1" y="0"/>
                  </a:moveTo>
                  <a:lnTo>
                    <a:pt x="223169" y="0"/>
                  </a:lnTo>
                  <a:lnTo>
                    <a:pt x="223169" y="590"/>
                  </a:lnTo>
                  <a:lnTo>
                    <a:pt x="229017" y="0"/>
                  </a:lnTo>
                  <a:cubicBezTo>
                    <a:pt x="379615" y="0"/>
                    <a:pt x="501699" y="122084"/>
                    <a:pt x="501699" y="272682"/>
                  </a:cubicBezTo>
                  <a:cubicBezTo>
                    <a:pt x="501699" y="423280"/>
                    <a:pt x="379615" y="545364"/>
                    <a:pt x="229017" y="545364"/>
                  </a:cubicBezTo>
                  <a:lnTo>
                    <a:pt x="223169" y="544775"/>
                  </a:lnTo>
                  <a:lnTo>
                    <a:pt x="223169" y="545364"/>
                  </a:lnTo>
                  <a:lnTo>
                    <a:pt x="1" y="545364"/>
                  </a:lnTo>
                  <a:lnTo>
                    <a:pt x="1" y="419791"/>
                  </a:lnTo>
                  <a:lnTo>
                    <a:pt x="0" y="419789"/>
                  </a:lnTo>
                  <a:lnTo>
                    <a:pt x="0" y="125575"/>
                  </a:lnTo>
                  <a:lnTo>
                    <a:pt x="1" y="1255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sp>
        <p:nvSpPr>
          <p:cNvPr id="60" name="Title 1">
            <a:extLst>
              <a:ext uri="{FF2B5EF4-FFF2-40B4-BE49-F238E27FC236}">
                <a16:creationId xmlns:a16="http://schemas.microsoft.com/office/drawing/2014/main" id="{99B32E9C-8531-8F42-88AC-648425B4B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393370" y="1460563"/>
            <a:ext cx="7988504" cy="4676908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Thought slides are 36pt </a:t>
            </a:r>
            <a:br>
              <a:rPr lang="en-US"/>
            </a:br>
            <a:r>
              <a:rPr lang="en-US"/>
              <a:t>Arial Bold sentence case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DBE3E6C0-8C36-8B43-957E-48824B0A0BBC}"/>
              </a:ext>
            </a:extLst>
          </p:cNvPr>
          <p:cNvSpPr txBox="1">
            <a:spLocks/>
          </p:cNvSpPr>
          <p:nvPr/>
        </p:nvSpPr>
        <p:spPr bwMode="white">
          <a:xfrm>
            <a:off x="11708455" y="6548145"/>
            <a:ext cx="3678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chemeClr val="bg1"/>
                </a:solidFill>
              </a:rPr>
              <a:t>‹#›</a:t>
            </a:fld>
            <a:endParaRPr lang="en-US" sz="800" b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65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- IQVIA">
    <p:bg>
      <p:bgPr>
        <a:gradFill>
          <a:gsLst>
            <a:gs pos="20000">
              <a:schemeClr val="tx1"/>
            </a:gs>
            <a:gs pos="80000">
              <a:srgbClr val="606B7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117F4479-AB2F-544F-914C-7C68ABE310F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36859" y="3208148"/>
            <a:ext cx="5588846" cy="2929323"/>
          </a:xfrm>
          <a:prstGeom prst="rect">
            <a:avLst/>
          </a:prstGeom>
        </p:spPr>
        <p:txBody>
          <a:bodyPr/>
          <a:lstStyle>
            <a:lvl1pPr marL="274320" indent="-274320">
              <a:lnSpc>
                <a:spcPct val="100000"/>
              </a:lnSpc>
              <a:spcBef>
                <a:spcPts val="1000"/>
              </a:spcBef>
              <a:defRPr sz="2400">
                <a:solidFill>
                  <a:schemeClr val="bg1"/>
                </a:solidFill>
              </a:defRPr>
            </a:lvl1pPr>
            <a:lvl2pPr marL="54864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2400">
                <a:solidFill>
                  <a:schemeClr val="bg1"/>
                </a:solidFill>
              </a:defRPr>
            </a:lvl2pPr>
            <a:lvl3pPr marL="82296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2400">
                <a:solidFill>
                  <a:schemeClr val="bg1"/>
                </a:solidFill>
              </a:defRPr>
            </a:lvl3pPr>
            <a:lvl4pPr marL="1097280" indent="-27432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2400">
                <a:solidFill>
                  <a:schemeClr val="bg1"/>
                </a:solidFill>
              </a:defRPr>
            </a:lvl4pPr>
            <a:lvl5pPr marL="1371600" indent="-27432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Arial 24pt bullet level 1</a:t>
            </a:r>
          </a:p>
          <a:p>
            <a:pPr lvl="1"/>
            <a:r>
              <a:rPr lang="en-US"/>
              <a:t>Arial 24pt bullet level 2</a:t>
            </a:r>
          </a:p>
          <a:p>
            <a:pPr lvl="2"/>
            <a:r>
              <a:rPr lang="en-US"/>
              <a:t>Arial 24pt bullet level 3</a:t>
            </a:r>
          </a:p>
          <a:p>
            <a:pPr lvl="3"/>
            <a:r>
              <a:rPr lang="en-US"/>
              <a:t>Arial 24pt bullet level 4</a:t>
            </a:r>
          </a:p>
          <a:p>
            <a:pPr lvl="4"/>
            <a:r>
              <a:rPr lang="en-US"/>
              <a:t>Arial 24pt bullet level 5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4320" y="1795534"/>
            <a:ext cx="7631698" cy="1174627"/>
          </a:xfrm>
          <a:prstGeom prst="rect">
            <a:avLst/>
          </a:prstGeom>
        </p:spPr>
        <p:txBody>
          <a:bodyPr anchor="b" anchorCtr="0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slides are 36pt Arial Bold sentence case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64B443-1067-8D4E-8347-69E3D88570DB}"/>
              </a:ext>
            </a:extLst>
          </p:cNvPr>
          <p:cNvGrpSpPr/>
          <p:nvPr/>
        </p:nvGrpSpPr>
        <p:grpSpPr>
          <a:xfrm>
            <a:off x="7036244" y="2752016"/>
            <a:ext cx="5155756" cy="3703320"/>
            <a:chOff x="7036244" y="2752016"/>
            <a:chExt cx="5155756" cy="3703320"/>
          </a:xfrm>
          <a:solidFill>
            <a:schemeClr val="accent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3B4D94-914D-6A47-AF73-BDD6ABF78CBE}"/>
                </a:ext>
              </a:extLst>
            </p:cNvPr>
            <p:cNvSpPr/>
            <p:nvPr/>
          </p:nvSpPr>
          <p:spPr>
            <a:xfrm>
              <a:off x="9432234" y="2752016"/>
              <a:ext cx="2759766" cy="549150"/>
            </a:xfrm>
            <a:custGeom>
              <a:avLst/>
              <a:gdLst>
                <a:gd name="connsiteX0" fmla="*/ 274575 w 2759766"/>
                <a:gd name="connsiteY0" fmla="*/ 0 h 549150"/>
                <a:gd name="connsiteX1" fmla="*/ 276476 w 2759766"/>
                <a:gd name="connsiteY1" fmla="*/ 192 h 549150"/>
                <a:gd name="connsiteX2" fmla="*/ 276476 w 2759766"/>
                <a:gd name="connsiteY2" fmla="*/ 0 h 549150"/>
                <a:gd name="connsiteX3" fmla="*/ 1832666 w 2759766"/>
                <a:gd name="connsiteY3" fmla="*/ 0 h 549150"/>
                <a:gd name="connsiteX4" fmla="*/ 2706584 w 2759766"/>
                <a:gd name="connsiteY4" fmla="*/ 0 h 549150"/>
                <a:gd name="connsiteX5" fmla="*/ 2759766 w 2759766"/>
                <a:gd name="connsiteY5" fmla="*/ 0 h 549150"/>
                <a:gd name="connsiteX6" fmla="*/ 2759766 w 2759766"/>
                <a:gd name="connsiteY6" fmla="*/ 549150 h 549150"/>
                <a:gd name="connsiteX7" fmla="*/ 2706584 w 2759766"/>
                <a:gd name="connsiteY7" fmla="*/ 549150 h 549150"/>
                <a:gd name="connsiteX8" fmla="*/ 1832666 w 2759766"/>
                <a:gd name="connsiteY8" fmla="*/ 549150 h 549150"/>
                <a:gd name="connsiteX9" fmla="*/ 276476 w 2759766"/>
                <a:gd name="connsiteY9" fmla="*/ 549150 h 549150"/>
                <a:gd name="connsiteX10" fmla="*/ 276476 w 2759766"/>
                <a:gd name="connsiteY10" fmla="*/ 548958 h 549150"/>
                <a:gd name="connsiteX11" fmla="*/ 274575 w 2759766"/>
                <a:gd name="connsiteY11" fmla="*/ 549150 h 549150"/>
                <a:gd name="connsiteX12" fmla="*/ 0 w 2759766"/>
                <a:gd name="connsiteY12" fmla="*/ 274575 h 549150"/>
                <a:gd name="connsiteX13" fmla="*/ 274575 w 275976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59766" h="549150">
                  <a:moveTo>
                    <a:pt x="274575" y="0"/>
                  </a:moveTo>
                  <a:lnTo>
                    <a:pt x="276476" y="192"/>
                  </a:lnTo>
                  <a:lnTo>
                    <a:pt x="276476" y="0"/>
                  </a:lnTo>
                  <a:lnTo>
                    <a:pt x="1832666" y="0"/>
                  </a:lnTo>
                  <a:lnTo>
                    <a:pt x="2706584" y="0"/>
                  </a:lnTo>
                  <a:lnTo>
                    <a:pt x="2759766" y="0"/>
                  </a:lnTo>
                  <a:lnTo>
                    <a:pt x="2759766" y="549150"/>
                  </a:lnTo>
                  <a:lnTo>
                    <a:pt x="2706584" y="549150"/>
                  </a:lnTo>
                  <a:lnTo>
                    <a:pt x="1832666" y="549150"/>
                  </a:lnTo>
                  <a:lnTo>
                    <a:pt x="276476" y="549150"/>
                  </a:lnTo>
                  <a:lnTo>
                    <a:pt x="276476" y="548958"/>
                  </a:lnTo>
                  <a:lnTo>
                    <a:pt x="274575" y="549150"/>
                  </a:lnTo>
                  <a:cubicBezTo>
                    <a:pt x="122931" y="549150"/>
                    <a:pt x="0" y="426219"/>
                    <a:pt x="0" y="274575"/>
                  </a:cubicBezTo>
                  <a:cubicBezTo>
                    <a:pt x="0" y="122932"/>
                    <a:pt x="122931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941EA1A-7BCD-E547-9195-3AF3CBAB9DED}"/>
                </a:ext>
              </a:extLst>
            </p:cNvPr>
            <p:cNvSpPr/>
            <p:nvPr/>
          </p:nvSpPr>
          <p:spPr>
            <a:xfrm>
              <a:off x="7850557" y="5906186"/>
              <a:ext cx="4341443" cy="549150"/>
            </a:xfrm>
            <a:custGeom>
              <a:avLst/>
              <a:gdLst>
                <a:gd name="connsiteX0" fmla="*/ 274575 w 4341443"/>
                <a:gd name="connsiteY0" fmla="*/ 0 h 549150"/>
                <a:gd name="connsiteX1" fmla="*/ 276477 w 4341443"/>
                <a:gd name="connsiteY1" fmla="*/ 192 h 549150"/>
                <a:gd name="connsiteX2" fmla="*/ 276477 w 4341443"/>
                <a:gd name="connsiteY2" fmla="*/ 0 h 549150"/>
                <a:gd name="connsiteX3" fmla="*/ 3414343 w 4341443"/>
                <a:gd name="connsiteY3" fmla="*/ 0 h 549150"/>
                <a:gd name="connsiteX4" fmla="*/ 4288263 w 4341443"/>
                <a:gd name="connsiteY4" fmla="*/ 0 h 549150"/>
                <a:gd name="connsiteX5" fmla="*/ 4341443 w 4341443"/>
                <a:gd name="connsiteY5" fmla="*/ 0 h 549150"/>
                <a:gd name="connsiteX6" fmla="*/ 4341443 w 4341443"/>
                <a:gd name="connsiteY6" fmla="*/ 549150 h 549150"/>
                <a:gd name="connsiteX7" fmla="*/ 4288263 w 4341443"/>
                <a:gd name="connsiteY7" fmla="*/ 549150 h 549150"/>
                <a:gd name="connsiteX8" fmla="*/ 3414343 w 4341443"/>
                <a:gd name="connsiteY8" fmla="*/ 549150 h 549150"/>
                <a:gd name="connsiteX9" fmla="*/ 276477 w 4341443"/>
                <a:gd name="connsiteY9" fmla="*/ 549150 h 549150"/>
                <a:gd name="connsiteX10" fmla="*/ 276477 w 4341443"/>
                <a:gd name="connsiteY10" fmla="*/ 548959 h 549150"/>
                <a:gd name="connsiteX11" fmla="*/ 274575 w 4341443"/>
                <a:gd name="connsiteY11" fmla="*/ 549150 h 549150"/>
                <a:gd name="connsiteX12" fmla="*/ 0 w 4341443"/>
                <a:gd name="connsiteY12" fmla="*/ 274575 h 549150"/>
                <a:gd name="connsiteX13" fmla="*/ 274575 w 434144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1443" h="549150">
                  <a:moveTo>
                    <a:pt x="274575" y="0"/>
                  </a:moveTo>
                  <a:lnTo>
                    <a:pt x="276477" y="192"/>
                  </a:lnTo>
                  <a:lnTo>
                    <a:pt x="276477" y="0"/>
                  </a:lnTo>
                  <a:lnTo>
                    <a:pt x="3414343" y="0"/>
                  </a:lnTo>
                  <a:lnTo>
                    <a:pt x="4288263" y="0"/>
                  </a:lnTo>
                  <a:lnTo>
                    <a:pt x="4341443" y="0"/>
                  </a:lnTo>
                  <a:lnTo>
                    <a:pt x="4341443" y="549150"/>
                  </a:lnTo>
                  <a:lnTo>
                    <a:pt x="4288263" y="549150"/>
                  </a:lnTo>
                  <a:lnTo>
                    <a:pt x="3414343" y="549150"/>
                  </a:lnTo>
                  <a:lnTo>
                    <a:pt x="276477" y="549150"/>
                  </a:lnTo>
                  <a:lnTo>
                    <a:pt x="276477" y="548959"/>
                  </a:lnTo>
                  <a:lnTo>
                    <a:pt x="274575" y="549150"/>
                  </a:lnTo>
                  <a:cubicBezTo>
                    <a:pt x="122932" y="549150"/>
                    <a:pt x="0" y="426219"/>
                    <a:pt x="0" y="274575"/>
                  </a:cubicBezTo>
                  <a:cubicBezTo>
                    <a:pt x="0" y="122932"/>
                    <a:pt x="122932" y="0"/>
                    <a:pt x="2745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BF4E84-D8C8-3340-8821-E170F38BCB95}"/>
                </a:ext>
              </a:extLst>
            </p:cNvPr>
            <p:cNvSpPr/>
            <p:nvPr/>
          </p:nvSpPr>
          <p:spPr>
            <a:xfrm>
              <a:off x="7451067" y="3804028"/>
              <a:ext cx="4740933" cy="549150"/>
            </a:xfrm>
            <a:custGeom>
              <a:avLst/>
              <a:gdLst>
                <a:gd name="connsiteX0" fmla="*/ 274073 w 4740933"/>
                <a:gd name="connsiteY0" fmla="*/ 0 h 549150"/>
                <a:gd name="connsiteX1" fmla="*/ 278104 w 4740933"/>
                <a:gd name="connsiteY1" fmla="*/ 407 h 549150"/>
                <a:gd name="connsiteX2" fmla="*/ 278104 w 4740933"/>
                <a:gd name="connsiteY2" fmla="*/ 0 h 549150"/>
                <a:gd name="connsiteX3" fmla="*/ 3813833 w 4740933"/>
                <a:gd name="connsiteY3" fmla="*/ 0 h 549150"/>
                <a:gd name="connsiteX4" fmla="*/ 4687752 w 4740933"/>
                <a:gd name="connsiteY4" fmla="*/ 0 h 549150"/>
                <a:gd name="connsiteX5" fmla="*/ 4740933 w 4740933"/>
                <a:gd name="connsiteY5" fmla="*/ 0 h 549150"/>
                <a:gd name="connsiteX6" fmla="*/ 4740933 w 4740933"/>
                <a:gd name="connsiteY6" fmla="*/ 549150 h 549150"/>
                <a:gd name="connsiteX7" fmla="*/ 4687752 w 4740933"/>
                <a:gd name="connsiteY7" fmla="*/ 549150 h 549150"/>
                <a:gd name="connsiteX8" fmla="*/ 3813833 w 4740933"/>
                <a:gd name="connsiteY8" fmla="*/ 549150 h 549150"/>
                <a:gd name="connsiteX9" fmla="*/ 278104 w 4740933"/>
                <a:gd name="connsiteY9" fmla="*/ 549150 h 549150"/>
                <a:gd name="connsiteX10" fmla="*/ 278104 w 4740933"/>
                <a:gd name="connsiteY10" fmla="*/ 547742 h 549150"/>
                <a:gd name="connsiteX11" fmla="*/ 274073 w 4740933"/>
                <a:gd name="connsiteY11" fmla="*/ 548148 h 549150"/>
                <a:gd name="connsiteX12" fmla="*/ 0 w 4740933"/>
                <a:gd name="connsiteY12" fmla="*/ 274074 h 549150"/>
                <a:gd name="connsiteX13" fmla="*/ 274073 w 4740933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40933" h="549150">
                  <a:moveTo>
                    <a:pt x="274073" y="0"/>
                  </a:moveTo>
                  <a:lnTo>
                    <a:pt x="278104" y="407"/>
                  </a:lnTo>
                  <a:lnTo>
                    <a:pt x="278104" y="0"/>
                  </a:lnTo>
                  <a:lnTo>
                    <a:pt x="3813833" y="0"/>
                  </a:lnTo>
                  <a:lnTo>
                    <a:pt x="4687752" y="0"/>
                  </a:lnTo>
                  <a:lnTo>
                    <a:pt x="4740933" y="0"/>
                  </a:lnTo>
                  <a:lnTo>
                    <a:pt x="4740933" y="549150"/>
                  </a:lnTo>
                  <a:lnTo>
                    <a:pt x="4687752" y="549150"/>
                  </a:lnTo>
                  <a:lnTo>
                    <a:pt x="3813833" y="549150"/>
                  </a:lnTo>
                  <a:lnTo>
                    <a:pt x="278104" y="549150"/>
                  </a:lnTo>
                  <a:lnTo>
                    <a:pt x="278104" y="547742"/>
                  </a:lnTo>
                  <a:lnTo>
                    <a:pt x="274073" y="548148"/>
                  </a:lnTo>
                  <a:cubicBezTo>
                    <a:pt x="122707" y="548148"/>
                    <a:pt x="0" y="425441"/>
                    <a:pt x="0" y="274074"/>
                  </a:cubicBezTo>
                  <a:cubicBezTo>
                    <a:pt x="0" y="122707"/>
                    <a:pt x="122707" y="0"/>
                    <a:pt x="27407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4358390-5EFC-484C-9E81-E6E1DFD520E7}"/>
                </a:ext>
              </a:extLst>
            </p:cNvPr>
            <p:cNvSpPr/>
            <p:nvPr/>
          </p:nvSpPr>
          <p:spPr>
            <a:xfrm>
              <a:off x="7036244" y="4854606"/>
              <a:ext cx="5155756" cy="549150"/>
            </a:xfrm>
            <a:custGeom>
              <a:avLst/>
              <a:gdLst>
                <a:gd name="connsiteX0" fmla="*/ 299044 w 5155756"/>
                <a:gd name="connsiteY0" fmla="*/ 0 h 549150"/>
                <a:gd name="connsiteX1" fmla="*/ 300889 w 5155756"/>
                <a:gd name="connsiteY1" fmla="*/ 171 h 549150"/>
                <a:gd name="connsiteX2" fmla="*/ 300889 w 5155756"/>
                <a:gd name="connsiteY2" fmla="*/ 0 h 549150"/>
                <a:gd name="connsiteX3" fmla="*/ 4228656 w 5155756"/>
                <a:gd name="connsiteY3" fmla="*/ 0 h 549150"/>
                <a:gd name="connsiteX4" fmla="*/ 5103517 w 5155756"/>
                <a:gd name="connsiteY4" fmla="*/ 0 h 549150"/>
                <a:gd name="connsiteX5" fmla="*/ 5155756 w 5155756"/>
                <a:gd name="connsiteY5" fmla="*/ 0 h 549150"/>
                <a:gd name="connsiteX6" fmla="*/ 5155756 w 5155756"/>
                <a:gd name="connsiteY6" fmla="*/ 549150 h 549150"/>
                <a:gd name="connsiteX7" fmla="*/ 5103517 w 5155756"/>
                <a:gd name="connsiteY7" fmla="*/ 549150 h 549150"/>
                <a:gd name="connsiteX8" fmla="*/ 4228656 w 5155756"/>
                <a:gd name="connsiteY8" fmla="*/ 549150 h 549150"/>
                <a:gd name="connsiteX9" fmla="*/ 300889 w 5155756"/>
                <a:gd name="connsiteY9" fmla="*/ 549150 h 549150"/>
                <a:gd name="connsiteX10" fmla="*/ 300889 w 5155756"/>
                <a:gd name="connsiteY10" fmla="*/ 548980 h 549150"/>
                <a:gd name="connsiteX11" fmla="*/ 299044 w 5155756"/>
                <a:gd name="connsiteY11" fmla="*/ 549150 h 549150"/>
                <a:gd name="connsiteX12" fmla="*/ 0 w 5155756"/>
                <a:gd name="connsiteY12" fmla="*/ 274575 h 549150"/>
                <a:gd name="connsiteX13" fmla="*/ 299044 w 5155756"/>
                <a:gd name="connsiteY13" fmla="*/ 0 h 54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55756" h="549150">
                  <a:moveTo>
                    <a:pt x="299044" y="0"/>
                  </a:moveTo>
                  <a:lnTo>
                    <a:pt x="300889" y="171"/>
                  </a:lnTo>
                  <a:lnTo>
                    <a:pt x="300889" y="0"/>
                  </a:lnTo>
                  <a:lnTo>
                    <a:pt x="4228656" y="0"/>
                  </a:lnTo>
                  <a:lnTo>
                    <a:pt x="5103517" y="0"/>
                  </a:lnTo>
                  <a:lnTo>
                    <a:pt x="5155756" y="0"/>
                  </a:lnTo>
                  <a:lnTo>
                    <a:pt x="5155756" y="549150"/>
                  </a:lnTo>
                  <a:lnTo>
                    <a:pt x="5103517" y="549150"/>
                  </a:lnTo>
                  <a:lnTo>
                    <a:pt x="4228656" y="549150"/>
                  </a:lnTo>
                  <a:lnTo>
                    <a:pt x="300889" y="549150"/>
                  </a:lnTo>
                  <a:lnTo>
                    <a:pt x="300889" y="548980"/>
                  </a:lnTo>
                  <a:lnTo>
                    <a:pt x="299044" y="549150"/>
                  </a:lnTo>
                  <a:cubicBezTo>
                    <a:pt x="133887" y="549150"/>
                    <a:pt x="0" y="426219"/>
                    <a:pt x="0" y="274575"/>
                  </a:cubicBezTo>
                  <a:cubicBezTo>
                    <a:pt x="0" y="122932"/>
                    <a:pt x="133887" y="0"/>
                    <a:pt x="299044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29E62D4C-ACB0-644F-9042-ADF3C890F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ECB2AB0-AE05-714C-B46B-551297B2D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9917" y="735457"/>
            <a:ext cx="2247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3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Subhead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Subheads are 20pt Arial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Headlines Are 28pt Arial Bold Title Case</a:t>
            </a:r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84693" y="6387858"/>
            <a:ext cx="9116145" cy="33808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Proposal for LC HCP mindset deep dive study for ADC</a:t>
            </a:r>
          </a:p>
        </p:txBody>
      </p:sp>
      <p:sp>
        <p:nvSpPr>
          <p:cNvPr id="15" name="Rectangle 58"/>
          <p:cNvSpPr>
            <a:spLocks noChangeArrowheads="1"/>
          </p:cNvSpPr>
          <p:nvPr/>
        </p:nvSpPr>
        <p:spPr bwMode="gray">
          <a:xfrm>
            <a:off x="11615748" y="6420040"/>
            <a:ext cx="576252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16" name="Slide Number Placeholder 5"/>
          <p:cNvSpPr txBox="1">
            <a:spLocks/>
          </p:cNvSpPr>
          <p:nvPr/>
        </p:nvSpPr>
        <p:spPr bwMode="white">
          <a:xfrm>
            <a:off x="11615748" y="6420040"/>
            <a:ext cx="401164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462" y="6396504"/>
            <a:ext cx="1393818" cy="24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727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84693" y="6387858"/>
            <a:ext cx="9116145" cy="33808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Proposal for LC HCP mindset deep dive study for ADC</a:t>
            </a:r>
          </a:p>
        </p:txBody>
      </p:sp>
      <p:sp>
        <p:nvSpPr>
          <p:cNvPr id="11" name="Rectangle 58"/>
          <p:cNvSpPr>
            <a:spLocks noChangeArrowheads="1"/>
          </p:cNvSpPr>
          <p:nvPr/>
        </p:nvSpPr>
        <p:spPr bwMode="gray">
          <a:xfrm>
            <a:off x="11615748" y="6420040"/>
            <a:ext cx="576252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 bwMode="white">
          <a:xfrm>
            <a:off x="11615748" y="6420040"/>
            <a:ext cx="401164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54BC0-E4BA-D74C-B014-322DBEDAB35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0462" y="6398999"/>
            <a:ext cx="1390142" cy="24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51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D166-64DF-458E-B54B-5DC0C000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908ED-A4CB-4EB9-95A8-B36AEC9D3C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5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tags" Target="../tags/tag2.xml"/><Relationship Id="rId39" Type="http://schemas.openxmlformats.org/officeDocument/2006/relationships/oleObject" Target="../embeddings/oleObject1.bin"/><Relationship Id="rId40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3.xml"/><Relationship Id="rId18" Type="http://schemas.openxmlformats.org/officeDocument/2006/relationships/theme" Target="../theme/theme2.xml"/><Relationship Id="rId19" Type="http://schemas.openxmlformats.org/officeDocument/2006/relationships/tags" Target="../tags/tag7.xml"/><Relationship Id="rId20" Type="http://schemas.openxmlformats.org/officeDocument/2006/relationships/tags" Target="../tags/tag8.xml"/><Relationship Id="rId21" Type="http://schemas.openxmlformats.org/officeDocument/2006/relationships/oleObject" Target="../embeddings/oleObject5.bin"/><Relationship Id="rId22" Type="http://schemas.openxmlformats.org/officeDocument/2006/relationships/image" Target="../media/image16.emf"/><Relationship Id="rId23" Type="http://schemas.openxmlformats.org/officeDocument/2006/relationships/oleObject" Target="../embeddings/oleObject6.bin"/><Relationship Id="rId24" Type="http://schemas.openxmlformats.org/officeDocument/2006/relationships/image" Target="../media/image1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591A091-8B46-1291-A57A-105511FF3FA0}"/>
              </a:ext>
            </a:extLst>
          </p:cNvPr>
          <p:cNvGraphicFramePr>
            <a:graphicFrameLocks/>
          </p:cNvGraphicFramePr>
          <p:nvPr userDrawn="1"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3753803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426" imgH="428" progId="TCLayout.ActiveDocument.1">
                  <p:embed/>
                </p:oleObj>
              </mc:Choice>
              <mc:Fallback>
                <p:oleObj name="think-cell Slide" r:id="rId39" imgW="426" imgH="42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91A091-8B46-1291-A57A-105511FF3F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9030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6096000" y="6858000"/>
            <a:ext cx="6096001" cy="27699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IQVIA Template (V3.0.0)</a:t>
            </a:r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ADA47BD-E4A5-7845-BFB3-F0B0FFBC057C}"/>
              </a:ext>
            </a:extLst>
          </p:cNvPr>
          <p:cNvGrpSpPr/>
          <p:nvPr userDrawn="1"/>
        </p:nvGrpSpPr>
        <p:grpSpPr>
          <a:xfrm>
            <a:off x="12308083" y="0"/>
            <a:ext cx="851744" cy="3915867"/>
            <a:chOff x="5958724" y="2146789"/>
            <a:chExt cx="851744" cy="3915867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46DD2B6-4144-9C44-8392-9127F5DADBD1}"/>
                </a:ext>
              </a:extLst>
            </p:cNvPr>
            <p:cNvSpPr/>
            <p:nvPr/>
          </p:nvSpPr>
          <p:spPr bwMode="gray">
            <a:xfrm>
              <a:off x="5958724" y="4367503"/>
              <a:ext cx="187184" cy="1871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BBE2A7EF-3365-0441-9D19-475B521B2290}"/>
                </a:ext>
              </a:extLst>
            </p:cNvPr>
            <p:cNvSpPr/>
            <p:nvPr/>
          </p:nvSpPr>
          <p:spPr bwMode="gray">
            <a:xfrm>
              <a:off x="6401764" y="4367503"/>
              <a:ext cx="187184" cy="187184"/>
            </a:xfrm>
            <a:prstGeom prst="rect">
              <a:avLst/>
            </a:prstGeom>
            <a:solidFill>
              <a:srgbClr val="606B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5E57586-5BBB-444A-AF8C-B41739BFA68E}"/>
                </a:ext>
              </a:extLst>
            </p:cNvPr>
            <p:cNvSpPr/>
            <p:nvPr/>
          </p:nvSpPr>
          <p:spPr bwMode="gray">
            <a:xfrm>
              <a:off x="6623283" y="4367503"/>
              <a:ext cx="187184" cy="187184"/>
            </a:xfrm>
            <a:prstGeom prst="rect">
              <a:avLst/>
            </a:prstGeom>
            <a:solidFill>
              <a:srgbClr val="CAC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900B15B-0301-9442-BA29-DAF74AC2ED47}"/>
                </a:ext>
              </a:extLst>
            </p:cNvPr>
            <p:cNvSpPr/>
            <p:nvPr/>
          </p:nvSpPr>
          <p:spPr bwMode="gray">
            <a:xfrm>
              <a:off x="6180244" y="4367503"/>
              <a:ext cx="187184" cy="187184"/>
            </a:xfrm>
            <a:prstGeom prst="rect">
              <a:avLst/>
            </a:prstGeom>
            <a:solidFill>
              <a:srgbClr val="959C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D901AD7-A1AE-D147-9240-470D94A80732}"/>
                </a:ext>
              </a:extLst>
            </p:cNvPr>
            <p:cNvSpPr/>
            <p:nvPr/>
          </p:nvSpPr>
          <p:spPr bwMode="gray">
            <a:xfrm>
              <a:off x="5958724" y="5230398"/>
              <a:ext cx="187184" cy="187184"/>
            </a:xfrm>
            <a:prstGeom prst="rect">
              <a:avLst/>
            </a:prstGeom>
            <a:solidFill>
              <a:srgbClr val="8300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BE91BB9-CB37-5644-9D3E-65E05DA24DFB}"/>
                </a:ext>
              </a:extLst>
            </p:cNvPr>
            <p:cNvSpPr/>
            <p:nvPr/>
          </p:nvSpPr>
          <p:spPr bwMode="gray">
            <a:xfrm>
              <a:off x="6180244" y="5230398"/>
              <a:ext cx="187184" cy="187184"/>
            </a:xfrm>
            <a:prstGeom prst="rect">
              <a:avLst/>
            </a:prstGeom>
            <a:solidFill>
              <a:srgbClr val="C17F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F40564E-4C5B-F540-BCD2-987DECECBC4B}"/>
                </a:ext>
              </a:extLst>
            </p:cNvPr>
            <p:cNvSpPr/>
            <p:nvPr/>
          </p:nvSpPr>
          <p:spPr bwMode="gray">
            <a:xfrm>
              <a:off x="6401764" y="5230398"/>
              <a:ext cx="187184" cy="187184"/>
            </a:xfrm>
            <a:prstGeom prst="rect">
              <a:avLst/>
            </a:prstGeom>
            <a:solidFill>
              <a:srgbClr val="A24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0B69A35-7556-7E46-B4BF-B9A458A4FC9C}"/>
                </a:ext>
              </a:extLst>
            </p:cNvPr>
            <p:cNvSpPr/>
            <p:nvPr/>
          </p:nvSpPr>
          <p:spPr bwMode="gray">
            <a:xfrm>
              <a:off x="6623284" y="5230398"/>
              <a:ext cx="187184" cy="187184"/>
            </a:xfrm>
            <a:prstGeom prst="rect">
              <a:avLst/>
            </a:prstGeom>
            <a:solidFill>
              <a:srgbClr val="E0B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396C095-9B66-F444-862E-DE666BC5DC9E}"/>
                </a:ext>
              </a:extLst>
            </p:cNvPr>
            <p:cNvSpPr txBox="1"/>
            <p:nvPr/>
          </p:nvSpPr>
          <p:spPr>
            <a:xfrm>
              <a:off x="5958724" y="2146789"/>
              <a:ext cx="851744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600">
                  <a:solidFill>
                    <a:schemeClr val="tx1"/>
                  </a:solidFill>
                </a:rPr>
                <a:t>100%  50%   75%   25%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80FE3E9-3530-C64D-B638-EC4604BABA48}"/>
                </a:ext>
              </a:extLst>
            </p:cNvPr>
            <p:cNvSpPr/>
            <p:nvPr/>
          </p:nvSpPr>
          <p:spPr bwMode="gray">
            <a:xfrm>
              <a:off x="5958724" y="5875472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5FA0A73-ADED-6F42-9167-2CF5F6F9E90A}"/>
                </a:ext>
              </a:extLst>
            </p:cNvPr>
            <p:cNvSpPr/>
            <p:nvPr/>
          </p:nvSpPr>
          <p:spPr bwMode="gray">
            <a:xfrm>
              <a:off x="5958724" y="5019103"/>
              <a:ext cx="187184" cy="187184"/>
            </a:xfrm>
            <a:prstGeom prst="rect">
              <a:avLst/>
            </a:prstGeom>
            <a:solidFill>
              <a:srgbClr val="C627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E835229-8F21-9A48-BD16-620E2017B79C}"/>
                </a:ext>
              </a:extLst>
            </p:cNvPr>
            <p:cNvSpPr/>
            <p:nvPr/>
          </p:nvSpPr>
          <p:spPr bwMode="gray">
            <a:xfrm>
              <a:off x="6180244" y="5019103"/>
              <a:ext cx="187184" cy="187184"/>
            </a:xfrm>
            <a:prstGeom prst="rect">
              <a:avLst/>
            </a:prstGeom>
            <a:solidFill>
              <a:srgbClr val="E99E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BAF336C-0CDF-0A49-A8D2-0BA6C083EEAF}"/>
                </a:ext>
              </a:extLst>
            </p:cNvPr>
            <p:cNvSpPr/>
            <p:nvPr/>
          </p:nvSpPr>
          <p:spPr bwMode="gray">
            <a:xfrm>
              <a:off x="6401764" y="5019103"/>
              <a:ext cx="187184" cy="187184"/>
            </a:xfrm>
            <a:prstGeom prst="rect">
              <a:avLst/>
            </a:prstGeom>
            <a:solidFill>
              <a:srgbClr val="DB6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B01A576D-7D44-DA4B-8DCF-7D091109B952}"/>
                </a:ext>
              </a:extLst>
            </p:cNvPr>
            <p:cNvSpPr/>
            <p:nvPr/>
          </p:nvSpPr>
          <p:spPr bwMode="gray">
            <a:xfrm>
              <a:off x="6623284" y="5019103"/>
              <a:ext cx="187184" cy="187184"/>
            </a:xfrm>
            <a:prstGeom prst="rect">
              <a:avLst/>
            </a:prstGeom>
            <a:solidFill>
              <a:srgbClr val="F5CE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CE1B164-8B08-1A46-8990-C0E66043BE64}"/>
                </a:ext>
              </a:extLst>
            </p:cNvPr>
            <p:cNvSpPr/>
            <p:nvPr/>
          </p:nvSpPr>
          <p:spPr bwMode="gray">
            <a:xfrm>
              <a:off x="5958724" y="5448992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ABDCF59-39B4-D741-804B-DA8E5356DEE0}"/>
                </a:ext>
              </a:extLst>
            </p:cNvPr>
            <p:cNvSpPr/>
            <p:nvPr/>
          </p:nvSpPr>
          <p:spPr bwMode="gray">
            <a:xfrm>
              <a:off x="6180244" y="2343732"/>
              <a:ext cx="187184" cy="187184"/>
            </a:xfrm>
            <a:prstGeom prst="rect">
              <a:avLst/>
            </a:prstGeom>
            <a:solidFill>
              <a:srgbClr val="7FD1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1FF5A3B-DFB1-5F43-A2EF-04D81F0CA37E}"/>
                </a:ext>
              </a:extLst>
            </p:cNvPr>
            <p:cNvSpPr/>
            <p:nvPr/>
          </p:nvSpPr>
          <p:spPr bwMode="gray">
            <a:xfrm>
              <a:off x="6180244" y="2565037"/>
              <a:ext cx="187184" cy="187184"/>
            </a:xfrm>
            <a:prstGeom prst="rect">
              <a:avLst/>
            </a:prstGeom>
            <a:solidFill>
              <a:srgbClr val="7FAA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8595AD6-FC65-BD4F-A0A3-C9735B09BF97}"/>
                </a:ext>
              </a:extLst>
            </p:cNvPr>
            <p:cNvSpPr/>
            <p:nvPr/>
          </p:nvSpPr>
          <p:spPr bwMode="gray">
            <a:xfrm>
              <a:off x="6401763" y="2343732"/>
              <a:ext cx="187184" cy="187184"/>
            </a:xfrm>
            <a:prstGeom prst="rect">
              <a:avLst/>
            </a:prstGeom>
            <a:solidFill>
              <a:srgbClr val="40BAE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C2D4C9F2-E663-FE4E-91B5-486C3221C4FF}"/>
                </a:ext>
              </a:extLst>
            </p:cNvPr>
            <p:cNvSpPr/>
            <p:nvPr/>
          </p:nvSpPr>
          <p:spPr bwMode="gray">
            <a:xfrm>
              <a:off x="6401763" y="2565037"/>
              <a:ext cx="187184" cy="187184"/>
            </a:xfrm>
            <a:prstGeom prst="rect">
              <a:avLst/>
            </a:prstGeom>
            <a:solidFill>
              <a:srgbClr val="4080A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E87748B-6503-C94A-A0A5-ECF75744DC53}"/>
                </a:ext>
              </a:extLst>
            </p:cNvPr>
            <p:cNvSpPr/>
            <p:nvPr/>
          </p:nvSpPr>
          <p:spPr bwMode="gray">
            <a:xfrm>
              <a:off x="6623283" y="2343732"/>
              <a:ext cx="187184" cy="187184"/>
            </a:xfrm>
            <a:prstGeom prst="rect">
              <a:avLst/>
            </a:prstGeom>
            <a:solidFill>
              <a:srgbClr val="BFE8F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18F062A5-65F4-EC4E-99C6-45D7627564E3}"/>
                </a:ext>
              </a:extLst>
            </p:cNvPr>
            <p:cNvSpPr/>
            <p:nvPr/>
          </p:nvSpPr>
          <p:spPr bwMode="gray">
            <a:xfrm>
              <a:off x="6623283" y="2565037"/>
              <a:ext cx="187184" cy="187184"/>
            </a:xfrm>
            <a:prstGeom prst="rect">
              <a:avLst/>
            </a:prstGeom>
            <a:solidFill>
              <a:srgbClr val="BFD4E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3C6FF5B6-5DBB-B04F-B902-B9A93A757215}"/>
                </a:ext>
              </a:extLst>
            </p:cNvPr>
            <p:cNvSpPr/>
            <p:nvPr/>
          </p:nvSpPr>
          <p:spPr bwMode="gray">
            <a:xfrm>
              <a:off x="5958724" y="3700925"/>
              <a:ext cx="187184" cy="187184"/>
            </a:xfrm>
            <a:prstGeom prst="rect">
              <a:avLst/>
            </a:prstGeom>
            <a:solidFill>
              <a:srgbClr val="43B0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2008AA1-3AD4-1E4C-B34C-1BAB347F3885}"/>
                </a:ext>
              </a:extLst>
            </p:cNvPr>
            <p:cNvSpPr/>
            <p:nvPr/>
          </p:nvSpPr>
          <p:spPr bwMode="gray">
            <a:xfrm>
              <a:off x="6180244" y="4583145"/>
              <a:ext cx="187184" cy="187184"/>
            </a:xfrm>
            <a:prstGeom prst="rect">
              <a:avLst/>
            </a:prstGeom>
            <a:solidFill>
              <a:srgbClr val="F7D9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15782FB-236F-3E4E-B840-8903CA2A46D6}"/>
                </a:ext>
              </a:extLst>
            </p:cNvPr>
            <p:cNvSpPr/>
            <p:nvPr/>
          </p:nvSpPr>
          <p:spPr bwMode="gray">
            <a:xfrm>
              <a:off x="6401763" y="4583145"/>
              <a:ext cx="187184" cy="187184"/>
            </a:xfrm>
            <a:prstGeom prst="rect">
              <a:avLst/>
            </a:prstGeom>
            <a:solidFill>
              <a:srgbClr val="F4C6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9C6C7E8-E1A5-D848-873A-234390B695A6}"/>
                </a:ext>
              </a:extLst>
            </p:cNvPr>
            <p:cNvSpPr/>
            <p:nvPr/>
          </p:nvSpPr>
          <p:spPr bwMode="gray">
            <a:xfrm>
              <a:off x="6623283" y="4583145"/>
              <a:ext cx="187184" cy="187184"/>
            </a:xfrm>
            <a:prstGeom prst="rect">
              <a:avLst/>
            </a:prstGeom>
            <a:solidFill>
              <a:srgbClr val="FBE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7BC28099-48BB-8E4A-9E3A-F5749D3F9E0A}"/>
                </a:ext>
              </a:extLst>
            </p:cNvPr>
            <p:cNvSpPr/>
            <p:nvPr/>
          </p:nvSpPr>
          <p:spPr bwMode="gray">
            <a:xfrm>
              <a:off x="5958724" y="2566491"/>
              <a:ext cx="187184" cy="187184"/>
            </a:xfrm>
            <a:prstGeom prst="rect">
              <a:avLst/>
            </a:prstGeom>
            <a:solidFill>
              <a:srgbClr val="00558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63E571ED-E3FF-5845-A5E1-0018A8108B4A}"/>
                </a:ext>
              </a:extLst>
            </p:cNvPr>
            <p:cNvSpPr/>
            <p:nvPr/>
          </p:nvSpPr>
          <p:spPr bwMode="gray">
            <a:xfrm>
              <a:off x="6180244" y="4804513"/>
              <a:ext cx="187184" cy="187184"/>
            </a:xfrm>
            <a:prstGeom prst="rect">
              <a:avLst/>
            </a:prstGeom>
            <a:solidFill>
              <a:srgbClr val="FEC48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6B6BB2FF-AD78-0C41-B253-007FB067303C}"/>
                </a:ext>
              </a:extLst>
            </p:cNvPr>
            <p:cNvSpPr/>
            <p:nvPr/>
          </p:nvSpPr>
          <p:spPr bwMode="gray">
            <a:xfrm>
              <a:off x="6401763" y="4804513"/>
              <a:ext cx="187184" cy="187184"/>
            </a:xfrm>
            <a:prstGeom prst="rect">
              <a:avLst/>
            </a:prstGeom>
            <a:solidFill>
              <a:srgbClr val="FEA7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72D84D15-FC10-8449-A8DF-0693CC5AD3C8}"/>
                </a:ext>
              </a:extLst>
            </p:cNvPr>
            <p:cNvSpPr/>
            <p:nvPr/>
          </p:nvSpPr>
          <p:spPr bwMode="gray">
            <a:xfrm>
              <a:off x="6623283" y="4804513"/>
              <a:ext cx="187184" cy="187184"/>
            </a:xfrm>
            <a:prstGeom prst="rect">
              <a:avLst/>
            </a:prstGeom>
            <a:solidFill>
              <a:srgbClr val="FFE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1412DE59-4F68-1A4F-81B2-F45A075CF184}"/>
                </a:ext>
              </a:extLst>
            </p:cNvPr>
            <p:cNvSpPr/>
            <p:nvPr/>
          </p:nvSpPr>
          <p:spPr bwMode="gray">
            <a:xfrm>
              <a:off x="5958724" y="2343732"/>
              <a:ext cx="187184" cy="187184"/>
            </a:xfrm>
            <a:prstGeom prst="rect">
              <a:avLst/>
            </a:prstGeom>
            <a:solidFill>
              <a:srgbClr val="00A3E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91C1BDA-5D81-794C-B1A7-67CC9CE1EE1E}"/>
                </a:ext>
              </a:extLst>
            </p:cNvPr>
            <p:cNvSpPr/>
            <p:nvPr/>
          </p:nvSpPr>
          <p:spPr bwMode="gray">
            <a:xfrm>
              <a:off x="6180244" y="3017653"/>
              <a:ext cx="187184" cy="187184"/>
            </a:xfrm>
            <a:prstGeom prst="rect">
              <a:avLst/>
            </a:prstGeom>
            <a:solidFill>
              <a:srgbClr val="7FDFD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26E8257-987A-C249-A28B-F90461918BC4}"/>
                </a:ext>
              </a:extLst>
            </p:cNvPr>
            <p:cNvSpPr/>
            <p:nvPr/>
          </p:nvSpPr>
          <p:spPr bwMode="gray">
            <a:xfrm>
              <a:off x="6401763" y="3017653"/>
              <a:ext cx="187184" cy="187184"/>
            </a:xfrm>
            <a:prstGeom prst="rect">
              <a:avLst/>
            </a:prstGeom>
            <a:solidFill>
              <a:srgbClr val="40CFC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C325A48-0CB1-104E-BA30-9A71DD6D61AB}"/>
                </a:ext>
              </a:extLst>
            </p:cNvPr>
            <p:cNvSpPr/>
            <p:nvPr/>
          </p:nvSpPr>
          <p:spPr bwMode="gray">
            <a:xfrm>
              <a:off x="6623283" y="3017653"/>
              <a:ext cx="187184" cy="187184"/>
            </a:xfrm>
            <a:prstGeom prst="rect">
              <a:avLst/>
            </a:prstGeom>
            <a:solidFill>
              <a:srgbClr val="BFEFE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A36493E-9946-3341-A680-94F587D7EB67}"/>
                </a:ext>
              </a:extLst>
            </p:cNvPr>
            <p:cNvSpPr/>
            <p:nvPr/>
          </p:nvSpPr>
          <p:spPr bwMode="gray">
            <a:xfrm>
              <a:off x="5958724" y="4584599"/>
              <a:ext cx="187184" cy="187184"/>
            </a:xfrm>
            <a:prstGeom prst="rect">
              <a:avLst/>
            </a:prstGeom>
            <a:solidFill>
              <a:srgbClr val="F0B3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F65DD10B-52F6-9841-91B3-81394F672A9F}"/>
                </a:ext>
              </a:extLst>
            </p:cNvPr>
            <p:cNvSpPr/>
            <p:nvPr/>
          </p:nvSpPr>
          <p:spPr bwMode="gray">
            <a:xfrm>
              <a:off x="5958724" y="4804513"/>
              <a:ext cx="187184" cy="187184"/>
            </a:xfrm>
            <a:prstGeom prst="rect">
              <a:avLst/>
            </a:prstGeom>
            <a:solidFill>
              <a:srgbClr val="FE8A1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96B5B61B-C053-424B-AAFB-3CAEB0DDF986}"/>
                </a:ext>
              </a:extLst>
            </p:cNvPr>
            <p:cNvSpPr/>
            <p:nvPr/>
          </p:nvSpPr>
          <p:spPr bwMode="gray">
            <a:xfrm>
              <a:off x="5958724" y="3020561"/>
              <a:ext cx="187184" cy="187184"/>
            </a:xfrm>
            <a:prstGeom prst="rect">
              <a:avLst/>
            </a:prstGeom>
            <a:solidFill>
              <a:srgbClr val="00BF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A9EA6558-DD3B-7A4C-91B0-97252C1832CF}"/>
                </a:ext>
              </a:extLst>
            </p:cNvPr>
            <p:cNvSpPr/>
            <p:nvPr/>
          </p:nvSpPr>
          <p:spPr bwMode="gray">
            <a:xfrm>
              <a:off x="5958724" y="3922293"/>
              <a:ext cx="187184" cy="187184"/>
            </a:xfrm>
            <a:prstGeom prst="rect">
              <a:avLst/>
            </a:prstGeom>
            <a:solidFill>
              <a:srgbClr val="02712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34F6D7E-6CD3-7B49-9F1D-6D78AACEFF91}"/>
                </a:ext>
              </a:extLst>
            </p:cNvPr>
            <p:cNvSpPr/>
            <p:nvPr/>
          </p:nvSpPr>
          <p:spPr bwMode="gray">
            <a:xfrm>
              <a:off x="6180244" y="3922293"/>
              <a:ext cx="187184" cy="187184"/>
            </a:xfrm>
            <a:prstGeom prst="rect">
              <a:avLst/>
            </a:prstGeom>
            <a:solidFill>
              <a:srgbClr val="80B89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BF821065-02C2-EF4B-9F9C-E2A91FD8F316}"/>
                </a:ext>
              </a:extLst>
            </p:cNvPr>
            <p:cNvSpPr/>
            <p:nvPr/>
          </p:nvSpPr>
          <p:spPr bwMode="gray">
            <a:xfrm>
              <a:off x="6180244" y="3700925"/>
              <a:ext cx="187184" cy="187184"/>
            </a:xfrm>
            <a:prstGeom prst="rect">
              <a:avLst/>
            </a:prstGeom>
            <a:solidFill>
              <a:srgbClr val="A1D79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91976CC-682F-9849-BB70-F87EC81993D2}"/>
                </a:ext>
              </a:extLst>
            </p:cNvPr>
            <p:cNvSpPr/>
            <p:nvPr/>
          </p:nvSpPr>
          <p:spPr bwMode="gray">
            <a:xfrm>
              <a:off x="6401763" y="3922293"/>
              <a:ext cx="187184" cy="187184"/>
            </a:xfrm>
            <a:prstGeom prst="rect">
              <a:avLst/>
            </a:prstGeom>
            <a:solidFill>
              <a:srgbClr val="41955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D79483A8-0232-0548-BBDE-CAC5A5717E5B}"/>
                </a:ext>
              </a:extLst>
            </p:cNvPr>
            <p:cNvSpPr/>
            <p:nvPr/>
          </p:nvSpPr>
          <p:spPr bwMode="gray">
            <a:xfrm>
              <a:off x="6401763" y="3700925"/>
              <a:ext cx="187184" cy="187184"/>
            </a:xfrm>
            <a:prstGeom prst="rect">
              <a:avLst/>
            </a:prstGeom>
            <a:solidFill>
              <a:srgbClr val="72C45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B89722E-49F3-144D-AC2D-0950AC3ACF7F}"/>
                </a:ext>
              </a:extLst>
            </p:cNvPr>
            <p:cNvSpPr/>
            <p:nvPr/>
          </p:nvSpPr>
          <p:spPr bwMode="gray">
            <a:xfrm>
              <a:off x="6623283" y="3922293"/>
              <a:ext cx="187184" cy="187184"/>
            </a:xfrm>
            <a:prstGeom prst="rect">
              <a:avLst/>
            </a:prstGeom>
            <a:solidFill>
              <a:srgbClr val="C0DC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ACF64A98-8F5F-364E-9BF7-4F76EBB2E875}"/>
                </a:ext>
              </a:extLst>
            </p:cNvPr>
            <p:cNvSpPr/>
            <p:nvPr/>
          </p:nvSpPr>
          <p:spPr bwMode="gray">
            <a:xfrm>
              <a:off x="6623283" y="3700925"/>
              <a:ext cx="187184" cy="187184"/>
            </a:xfrm>
            <a:prstGeom prst="rect">
              <a:avLst/>
            </a:prstGeom>
            <a:solidFill>
              <a:srgbClr val="D0EB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8D56737-D7FA-9241-BF90-CDAA19D3F175}"/>
                </a:ext>
              </a:extLst>
            </p:cNvPr>
            <p:cNvSpPr/>
            <p:nvPr/>
          </p:nvSpPr>
          <p:spPr bwMode="gray">
            <a:xfrm>
              <a:off x="5958724" y="2792710"/>
              <a:ext cx="187184" cy="187184"/>
            </a:xfrm>
            <a:prstGeom prst="rect">
              <a:avLst/>
            </a:prstGeom>
            <a:solidFill>
              <a:srgbClr val="00CC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3825342-AAFF-0E4E-A60C-2B8AB690F64E}"/>
                </a:ext>
              </a:extLst>
            </p:cNvPr>
            <p:cNvSpPr txBox="1"/>
            <p:nvPr/>
          </p:nvSpPr>
          <p:spPr>
            <a:xfrm>
              <a:off x="6179531" y="2792515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</a:rPr>
                <a:t>Bright Blue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463016A2-866B-6740-A2DD-BA0BFCC950F7}"/>
                </a:ext>
              </a:extLst>
            </p:cNvPr>
            <p:cNvSpPr txBox="1"/>
            <p:nvPr/>
          </p:nvSpPr>
          <p:spPr>
            <a:xfrm>
              <a:off x="6180244" y="5875802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/>
                <a:t>5% Charcoal</a:t>
              </a:r>
              <a:endParaRPr lang="en-US" sz="600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FE6951A-1135-BF4C-8E4A-27E4A4579C3B}"/>
                </a:ext>
              </a:extLst>
            </p:cNvPr>
            <p:cNvSpPr/>
            <p:nvPr/>
          </p:nvSpPr>
          <p:spPr bwMode="gray">
            <a:xfrm>
              <a:off x="5958724" y="5662447"/>
              <a:ext cx="187184" cy="187184"/>
            </a:xfrm>
            <a:prstGeom prst="rect">
              <a:avLst/>
            </a:prstGeom>
            <a:solidFill>
              <a:srgbClr val="140B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2B3BE3E-8803-DD42-B96E-2D6A35B5C8FE}"/>
                </a:ext>
              </a:extLst>
            </p:cNvPr>
            <p:cNvSpPr txBox="1"/>
            <p:nvPr/>
          </p:nvSpPr>
          <p:spPr>
            <a:xfrm>
              <a:off x="6180244" y="5662777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/>
                <a:t>Indigo</a:t>
              </a:r>
              <a:endParaRPr lang="en-US" sz="600">
                <a:solidFill>
                  <a:schemeClr val="tx1"/>
                </a:solidFill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1307F021-E250-BC44-A156-97E93EFBD041}"/>
                </a:ext>
              </a:extLst>
            </p:cNvPr>
            <p:cNvSpPr txBox="1"/>
            <p:nvPr/>
          </p:nvSpPr>
          <p:spPr>
            <a:xfrm>
              <a:off x="6180244" y="5451924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</a:rPr>
                <a:t>Red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D6E8F370-88B7-B143-BECC-56B2696E26F2}"/>
                </a:ext>
              </a:extLst>
            </p:cNvPr>
            <p:cNvSpPr/>
            <p:nvPr/>
          </p:nvSpPr>
          <p:spPr bwMode="gray">
            <a:xfrm>
              <a:off x="6180244" y="3246253"/>
              <a:ext cx="187184" cy="187184"/>
            </a:xfrm>
            <a:prstGeom prst="rect">
              <a:avLst/>
            </a:prstGeom>
            <a:solidFill>
              <a:srgbClr val="80C7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6777473D-86CB-DC41-A591-538A0820099A}"/>
                </a:ext>
              </a:extLst>
            </p:cNvPr>
            <p:cNvSpPr/>
            <p:nvPr/>
          </p:nvSpPr>
          <p:spPr bwMode="gray">
            <a:xfrm>
              <a:off x="6401763" y="3246253"/>
              <a:ext cx="187184" cy="187184"/>
            </a:xfrm>
            <a:prstGeom prst="rect">
              <a:avLst/>
            </a:prstGeom>
            <a:solidFill>
              <a:srgbClr val="40A49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89B0485-B1FD-0E46-998C-70BF14846660}"/>
                </a:ext>
              </a:extLst>
            </p:cNvPr>
            <p:cNvSpPr/>
            <p:nvPr/>
          </p:nvSpPr>
          <p:spPr bwMode="gray">
            <a:xfrm>
              <a:off x="6623283" y="3246253"/>
              <a:ext cx="187184" cy="187184"/>
            </a:xfrm>
            <a:prstGeom prst="rect">
              <a:avLst/>
            </a:prstGeom>
            <a:solidFill>
              <a:srgbClr val="CCE9E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3488BCE-878D-4A43-AA90-4912A715E8BD}"/>
                </a:ext>
              </a:extLst>
            </p:cNvPr>
            <p:cNvSpPr/>
            <p:nvPr/>
          </p:nvSpPr>
          <p:spPr bwMode="gray">
            <a:xfrm>
              <a:off x="5958724" y="3249161"/>
              <a:ext cx="187184" cy="187184"/>
            </a:xfrm>
            <a:prstGeom prst="rect">
              <a:avLst/>
            </a:prstGeom>
            <a:solidFill>
              <a:srgbClr val="0086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AB8F119-F5FE-2149-92FB-75F8830718E6}"/>
                </a:ext>
              </a:extLst>
            </p:cNvPr>
            <p:cNvSpPr/>
            <p:nvPr/>
          </p:nvSpPr>
          <p:spPr bwMode="gray">
            <a:xfrm>
              <a:off x="5958724" y="3472953"/>
              <a:ext cx="187184" cy="187184"/>
            </a:xfrm>
            <a:prstGeom prst="rect">
              <a:avLst/>
            </a:prstGeom>
            <a:solidFill>
              <a:srgbClr val="0CEF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4276137-38CE-CE41-8278-45DD99244B1A}"/>
                </a:ext>
              </a:extLst>
            </p:cNvPr>
            <p:cNvSpPr txBox="1"/>
            <p:nvPr/>
          </p:nvSpPr>
          <p:spPr>
            <a:xfrm>
              <a:off x="6179531" y="3472758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</a:rPr>
                <a:t>Bright Teal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2FDF16C-E3D9-5A43-B4BA-A2D0BD2547E2}"/>
                </a:ext>
              </a:extLst>
            </p:cNvPr>
            <p:cNvSpPr/>
            <p:nvPr/>
          </p:nvSpPr>
          <p:spPr bwMode="gray">
            <a:xfrm>
              <a:off x="5958724" y="4147323"/>
              <a:ext cx="187184" cy="187184"/>
            </a:xfrm>
            <a:prstGeom prst="rect">
              <a:avLst/>
            </a:prstGeom>
            <a:solidFill>
              <a:srgbClr val="79D85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AF546EF-4A91-2643-AD8A-13B35443E7F5}"/>
                </a:ext>
              </a:extLst>
            </p:cNvPr>
            <p:cNvSpPr txBox="1"/>
            <p:nvPr/>
          </p:nvSpPr>
          <p:spPr>
            <a:xfrm>
              <a:off x="6179531" y="4147128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</a:rPr>
                <a:t>Bright Green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007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  <p:sldLayoutId id="2147483720" r:id="rId31"/>
    <p:sldLayoutId id="2147483721" r:id="rId32"/>
    <p:sldLayoutId id="2147483722" r:id="rId33"/>
    <p:sldLayoutId id="2147483723" r:id="rId34"/>
    <p:sldLayoutId id="2147483775" r:id="rId35"/>
    <p:sldLayoutId id="2147483776" r:id="rId3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EB0F4FC-6EC8-4E39-A667-119DD664B0D3}"/>
              </a:ext>
            </a:extLst>
          </p:cNvPr>
          <p:cNvGraphicFramePr>
            <a:graphicFrameLocks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802469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351" imgH="351" progId="TCLayout.ActiveDocument.1">
                  <p:embed/>
                </p:oleObj>
              </mc:Choice>
              <mc:Fallback>
                <p:oleObj name="think-cell Slide" r:id="rId21" imgW="351" imgH="35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EB0F4FC-6EC8-4E39-A667-119DD664B0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9030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altLang="zh-CN"/>
              <a:t>Proposal for LC HCP mindset deep dive study for ADC</a:t>
            </a:r>
            <a:endParaRPr lang="en-US"/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C861044-95A1-2B49-A60B-B4999A56CF9B}"/>
              </a:ext>
            </a:extLst>
          </p:cNvPr>
          <p:cNvGrpSpPr/>
          <p:nvPr/>
        </p:nvGrpSpPr>
        <p:grpSpPr>
          <a:xfrm>
            <a:off x="12325585" y="41736"/>
            <a:ext cx="1568505" cy="4234899"/>
            <a:chOff x="12325585" y="41736"/>
            <a:chExt cx="1568505" cy="4234899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52E4A4F-48AC-314F-832A-152FAA431290}"/>
                </a:ext>
              </a:extLst>
            </p:cNvPr>
            <p:cNvSpPr/>
            <p:nvPr/>
          </p:nvSpPr>
          <p:spPr bwMode="gray">
            <a:xfrm>
              <a:off x="12798661" y="253916"/>
              <a:ext cx="284385" cy="284385"/>
            </a:xfrm>
            <a:prstGeom prst="rect">
              <a:avLst/>
            </a:prstGeom>
            <a:solidFill>
              <a:srgbClr val="7FD1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778FF28-E215-F743-9488-882D8EDD0511}"/>
                </a:ext>
              </a:extLst>
            </p:cNvPr>
            <p:cNvSpPr/>
            <p:nvPr/>
          </p:nvSpPr>
          <p:spPr bwMode="gray">
            <a:xfrm>
              <a:off x="12798661" y="590140"/>
              <a:ext cx="284385" cy="284385"/>
            </a:xfrm>
            <a:prstGeom prst="rect">
              <a:avLst/>
            </a:prstGeom>
            <a:solidFill>
              <a:srgbClr val="7FAA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1618DEE-18B6-D745-8EED-3ED1371E9198}"/>
                </a:ext>
              </a:extLst>
            </p:cNvPr>
            <p:cNvSpPr/>
            <p:nvPr/>
          </p:nvSpPr>
          <p:spPr bwMode="gray">
            <a:xfrm>
              <a:off x="13135211" y="253916"/>
              <a:ext cx="284385" cy="284385"/>
            </a:xfrm>
            <a:prstGeom prst="rect">
              <a:avLst/>
            </a:prstGeom>
            <a:solidFill>
              <a:srgbClr val="40BA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23BB6E3-FAB2-5F4B-B1C5-ECC7E64739F2}"/>
                </a:ext>
              </a:extLst>
            </p:cNvPr>
            <p:cNvSpPr/>
            <p:nvPr/>
          </p:nvSpPr>
          <p:spPr bwMode="gray">
            <a:xfrm>
              <a:off x="13135211" y="590140"/>
              <a:ext cx="284385" cy="284385"/>
            </a:xfrm>
            <a:prstGeom prst="rect">
              <a:avLst/>
            </a:prstGeom>
            <a:solidFill>
              <a:srgbClr val="4080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D336131-DE9C-4C4E-BD70-9A4AC3A2929D}"/>
                </a:ext>
              </a:extLst>
            </p:cNvPr>
            <p:cNvSpPr/>
            <p:nvPr/>
          </p:nvSpPr>
          <p:spPr bwMode="gray">
            <a:xfrm>
              <a:off x="13471761" y="253916"/>
              <a:ext cx="284385" cy="284385"/>
            </a:xfrm>
            <a:prstGeom prst="rect">
              <a:avLst/>
            </a:prstGeom>
            <a:solidFill>
              <a:srgbClr val="BFE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275795E-B071-FE47-9C29-B3F692BBC02B}"/>
                </a:ext>
              </a:extLst>
            </p:cNvPr>
            <p:cNvSpPr/>
            <p:nvPr/>
          </p:nvSpPr>
          <p:spPr bwMode="gray">
            <a:xfrm>
              <a:off x="13471761" y="590140"/>
              <a:ext cx="284385" cy="284385"/>
            </a:xfrm>
            <a:prstGeom prst="rect">
              <a:avLst/>
            </a:prstGeom>
            <a:solidFill>
              <a:srgbClr val="BFD4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83B52BA-0D9D-134E-BA96-0A4FDACC53AE}"/>
                </a:ext>
              </a:extLst>
            </p:cNvPr>
            <p:cNvSpPr/>
            <p:nvPr/>
          </p:nvSpPr>
          <p:spPr bwMode="gray">
            <a:xfrm>
              <a:off x="12462111" y="928669"/>
              <a:ext cx="284385" cy="28438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5E5BC3B-0E3A-2449-8ACA-85F6A951CB01}"/>
                </a:ext>
              </a:extLst>
            </p:cNvPr>
            <p:cNvSpPr/>
            <p:nvPr/>
          </p:nvSpPr>
          <p:spPr bwMode="gray">
            <a:xfrm>
              <a:off x="12798661" y="1935420"/>
              <a:ext cx="284385" cy="284385"/>
            </a:xfrm>
            <a:prstGeom prst="rect">
              <a:avLst/>
            </a:prstGeom>
            <a:solidFill>
              <a:srgbClr val="F7D9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EFF8B2C-FC11-CD46-9C8A-BD730900B2A6}"/>
                </a:ext>
              </a:extLst>
            </p:cNvPr>
            <p:cNvSpPr/>
            <p:nvPr/>
          </p:nvSpPr>
          <p:spPr bwMode="gray">
            <a:xfrm>
              <a:off x="13135211" y="1935420"/>
              <a:ext cx="284385" cy="284385"/>
            </a:xfrm>
            <a:prstGeom prst="rect">
              <a:avLst/>
            </a:prstGeom>
            <a:solidFill>
              <a:srgbClr val="F4C6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52D731D-63C4-7E42-B942-5ADF27F0ADA2}"/>
                </a:ext>
              </a:extLst>
            </p:cNvPr>
            <p:cNvSpPr/>
            <p:nvPr/>
          </p:nvSpPr>
          <p:spPr bwMode="gray">
            <a:xfrm>
              <a:off x="13471761" y="1935420"/>
              <a:ext cx="284385" cy="284385"/>
            </a:xfrm>
            <a:prstGeom prst="rect">
              <a:avLst/>
            </a:prstGeom>
            <a:solidFill>
              <a:srgbClr val="FBEC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E19D061-2CCE-864A-AFCF-BA62ED98CF10}"/>
                </a:ext>
              </a:extLst>
            </p:cNvPr>
            <p:cNvSpPr/>
            <p:nvPr/>
          </p:nvSpPr>
          <p:spPr bwMode="gray">
            <a:xfrm>
              <a:off x="12462111" y="592349"/>
              <a:ext cx="284385" cy="28438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A251A5D-E834-5447-953F-4148EC11C9B8}"/>
                </a:ext>
              </a:extLst>
            </p:cNvPr>
            <p:cNvSpPr/>
            <p:nvPr/>
          </p:nvSpPr>
          <p:spPr bwMode="gray">
            <a:xfrm>
              <a:off x="12798661" y="2271740"/>
              <a:ext cx="284385" cy="284385"/>
            </a:xfrm>
            <a:prstGeom prst="rect">
              <a:avLst/>
            </a:prstGeom>
            <a:solidFill>
              <a:srgbClr val="FEC4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B01F80C-8595-A74C-AF49-6359801C9784}"/>
                </a:ext>
              </a:extLst>
            </p:cNvPr>
            <p:cNvSpPr/>
            <p:nvPr/>
          </p:nvSpPr>
          <p:spPr bwMode="gray">
            <a:xfrm>
              <a:off x="13135211" y="2271740"/>
              <a:ext cx="284385" cy="284385"/>
            </a:xfrm>
            <a:prstGeom prst="rect">
              <a:avLst/>
            </a:prstGeom>
            <a:solidFill>
              <a:srgbClr val="FEA7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C6370F1-26AD-E041-BA8A-F7DA8D95B8CA}"/>
                </a:ext>
              </a:extLst>
            </p:cNvPr>
            <p:cNvSpPr/>
            <p:nvPr/>
          </p:nvSpPr>
          <p:spPr bwMode="gray">
            <a:xfrm>
              <a:off x="13471761" y="2271740"/>
              <a:ext cx="284385" cy="284385"/>
            </a:xfrm>
            <a:prstGeom prst="rect">
              <a:avLst/>
            </a:prstGeom>
            <a:solidFill>
              <a:srgbClr val="FFE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AB45CE9-BB6C-0149-80BA-31C7AE5626C4}"/>
                </a:ext>
              </a:extLst>
            </p:cNvPr>
            <p:cNvSpPr/>
            <p:nvPr/>
          </p:nvSpPr>
          <p:spPr bwMode="gray">
            <a:xfrm>
              <a:off x="12462111" y="253916"/>
              <a:ext cx="284385" cy="2843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FB35FDC-2232-864F-BADD-661D156158D6}"/>
                </a:ext>
              </a:extLst>
            </p:cNvPr>
            <p:cNvSpPr/>
            <p:nvPr/>
          </p:nvSpPr>
          <p:spPr bwMode="gray">
            <a:xfrm>
              <a:off x="12798661" y="1596891"/>
              <a:ext cx="284385" cy="284385"/>
            </a:xfrm>
            <a:prstGeom prst="rect">
              <a:avLst/>
            </a:prstGeom>
            <a:solidFill>
              <a:srgbClr val="7FDF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7CB333C-9A58-F740-B08D-09FA1D104B15}"/>
                </a:ext>
              </a:extLst>
            </p:cNvPr>
            <p:cNvSpPr/>
            <p:nvPr/>
          </p:nvSpPr>
          <p:spPr bwMode="gray">
            <a:xfrm>
              <a:off x="13135211" y="1596891"/>
              <a:ext cx="284385" cy="284385"/>
            </a:xfrm>
            <a:prstGeom prst="rect">
              <a:avLst/>
            </a:prstGeom>
            <a:solidFill>
              <a:srgbClr val="40CF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C89D992-5C10-3A45-BF16-4384F7BA6828}"/>
                </a:ext>
              </a:extLst>
            </p:cNvPr>
            <p:cNvSpPr/>
            <p:nvPr/>
          </p:nvSpPr>
          <p:spPr bwMode="gray">
            <a:xfrm>
              <a:off x="13471761" y="1596891"/>
              <a:ext cx="284385" cy="284385"/>
            </a:xfrm>
            <a:prstGeom prst="rect">
              <a:avLst/>
            </a:prstGeom>
            <a:solidFill>
              <a:srgbClr val="BFEF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E77EE0C-3660-884F-B742-095D504276D0}"/>
                </a:ext>
              </a:extLst>
            </p:cNvPr>
            <p:cNvSpPr/>
            <p:nvPr/>
          </p:nvSpPr>
          <p:spPr bwMode="gray">
            <a:xfrm>
              <a:off x="12462111" y="3533419"/>
              <a:ext cx="284385" cy="28438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EEF83AE-8A27-C44A-9324-FA3A4896B8F4}"/>
                </a:ext>
              </a:extLst>
            </p:cNvPr>
            <p:cNvSpPr/>
            <p:nvPr/>
          </p:nvSpPr>
          <p:spPr bwMode="gray">
            <a:xfrm>
              <a:off x="13135211" y="3533419"/>
              <a:ext cx="284385" cy="28438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6F34DD6-075B-DD4E-91FD-7C3135028198}"/>
                </a:ext>
              </a:extLst>
            </p:cNvPr>
            <p:cNvSpPr/>
            <p:nvPr/>
          </p:nvSpPr>
          <p:spPr bwMode="gray">
            <a:xfrm>
              <a:off x="13471760" y="3533419"/>
              <a:ext cx="284385" cy="284385"/>
            </a:xfrm>
            <a:prstGeom prst="rect">
              <a:avLst/>
            </a:prstGeom>
            <a:solidFill>
              <a:srgbClr val="CACE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045834D-FFE6-DA41-B70D-07AFA78D8BEC}"/>
                </a:ext>
              </a:extLst>
            </p:cNvPr>
            <p:cNvSpPr/>
            <p:nvPr/>
          </p:nvSpPr>
          <p:spPr bwMode="gray">
            <a:xfrm>
              <a:off x="12798661" y="3533419"/>
              <a:ext cx="284385" cy="284385"/>
            </a:xfrm>
            <a:prstGeom prst="rect">
              <a:avLst/>
            </a:prstGeom>
            <a:solidFill>
              <a:srgbClr val="959C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93C60060-D439-1846-8187-6B3648AB779C}"/>
                </a:ext>
              </a:extLst>
            </p:cNvPr>
            <p:cNvSpPr/>
            <p:nvPr/>
          </p:nvSpPr>
          <p:spPr bwMode="gray">
            <a:xfrm>
              <a:off x="12462111" y="2610269"/>
              <a:ext cx="284385" cy="284385"/>
            </a:xfrm>
            <a:prstGeom prst="rect">
              <a:avLst/>
            </a:prstGeom>
            <a:solidFill>
              <a:srgbClr val="8300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194537A3-815B-654F-9405-8FC3B6F0C70F}"/>
                </a:ext>
              </a:extLst>
            </p:cNvPr>
            <p:cNvSpPr/>
            <p:nvPr/>
          </p:nvSpPr>
          <p:spPr bwMode="gray">
            <a:xfrm>
              <a:off x="12462111" y="1937629"/>
              <a:ext cx="284385" cy="28438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0B73106B-51C5-D541-9A87-B5CF0BC15FB3}"/>
                </a:ext>
              </a:extLst>
            </p:cNvPr>
            <p:cNvSpPr/>
            <p:nvPr/>
          </p:nvSpPr>
          <p:spPr bwMode="gray">
            <a:xfrm>
              <a:off x="12462111" y="2271740"/>
              <a:ext cx="284385" cy="284385"/>
            </a:xfrm>
            <a:prstGeom prst="rect">
              <a:avLst/>
            </a:prstGeom>
            <a:solidFill>
              <a:srgbClr val="FE8A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CD23B5AC-DE23-104B-8B31-0D484A7F8E82}"/>
                </a:ext>
              </a:extLst>
            </p:cNvPr>
            <p:cNvSpPr/>
            <p:nvPr/>
          </p:nvSpPr>
          <p:spPr bwMode="gray">
            <a:xfrm>
              <a:off x="12462111" y="1601309"/>
              <a:ext cx="284385" cy="28438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4E537CA-716E-A04D-A674-A23B2F9F0641}"/>
                </a:ext>
              </a:extLst>
            </p:cNvPr>
            <p:cNvSpPr/>
            <p:nvPr/>
          </p:nvSpPr>
          <p:spPr bwMode="gray">
            <a:xfrm>
              <a:off x="12462111" y="1264989"/>
              <a:ext cx="284385" cy="28438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E022DD8-7E50-6B40-9A0A-BB12BA4CB6EA}"/>
                </a:ext>
              </a:extLst>
            </p:cNvPr>
            <p:cNvSpPr/>
            <p:nvPr/>
          </p:nvSpPr>
          <p:spPr bwMode="gray">
            <a:xfrm>
              <a:off x="12462111" y="3074588"/>
              <a:ext cx="284385" cy="28438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52789F3-816A-A644-BB73-0EBCDF25BAB5}"/>
                </a:ext>
              </a:extLst>
            </p:cNvPr>
            <p:cNvSpPr/>
            <p:nvPr/>
          </p:nvSpPr>
          <p:spPr bwMode="gray">
            <a:xfrm>
              <a:off x="12798661" y="2610269"/>
              <a:ext cx="284385" cy="284385"/>
            </a:xfrm>
            <a:prstGeom prst="rect">
              <a:avLst/>
            </a:prstGeom>
            <a:solidFill>
              <a:srgbClr val="C17F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1398C4E5-4403-FC41-9A95-9A4D9240F6E5}"/>
                </a:ext>
              </a:extLst>
            </p:cNvPr>
            <p:cNvSpPr/>
            <p:nvPr/>
          </p:nvSpPr>
          <p:spPr bwMode="gray">
            <a:xfrm>
              <a:off x="12798661" y="1264989"/>
              <a:ext cx="284385" cy="284385"/>
            </a:xfrm>
            <a:prstGeom prst="rect">
              <a:avLst/>
            </a:prstGeom>
            <a:solidFill>
              <a:srgbClr val="80B8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894006C7-064B-7D49-916C-7FD52454F72C}"/>
                </a:ext>
              </a:extLst>
            </p:cNvPr>
            <p:cNvSpPr/>
            <p:nvPr/>
          </p:nvSpPr>
          <p:spPr bwMode="gray">
            <a:xfrm>
              <a:off x="12798661" y="928669"/>
              <a:ext cx="284385" cy="284385"/>
            </a:xfrm>
            <a:prstGeom prst="rect">
              <a:avLst/>
            </a:prstGeom>
            <a:solidFill>
              <a:srgbClr val="A1D7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4188D44-56F8-0A4B-82CC-98A72AAAED7D}"/>
                </a:ext>
              </a:extLst>
            </p:cNvPr>
            <p:cNvSpPr/>
            <p:nvPr/>
          </p:nvSpPr>
          <p:spPr bwMode="gray">
            <a:xfrm>
              <a:off x="13135211" y="2610269"/>
              <a:ext cx="284385" cy="284385"/>
            </a:xfrm>
            <a:prstGeom prst="rect">
              <a:avLst/>
            </a:prstGeom>
            <a:solidFill>
              <a:srgbClr val="A24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C36ECE3-857B-D44D-8E8A-B01F5907C1C0}"/>
                </a:ext>
              </a:extLst>
            </p:cNvPr>
            <p:cNvSpPr/>
            <p:nvPr/>
          </p:nvSpPr>
          <p:spPr bwMode="gray">
            <a:xfrm>
              <a:off x="13135211" y="1264989"/>
              <a:ext cx="284385" cy="284385"/>
            </a:xfrm>
            <a:prstGeom prst="rect">
              <a:avLst/>
            </a:prstGeom>
            <a:solidFill>
              <a:srgbClr val="4195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FF5D37CA-B7D6-B840-BB93-5B58E0D65FC5}"/>
                </a:ext>
              </a:extLst>
            </p:cNvPr>
            <p:cNvSpPr/>
            <p:nvPr/>
          </p:nvSpPr>
          <p:spPr bwMode="gray">
            <a:xfrm>
              <a:off x="13135211" y="928669"/>
              <a:ext cx="284385" cy="284385"/>
            </a:xfrm>
            <a:prstGeom prst="rect">
              <a:avLst/>
            </a:prstGeom>
            <a:solidFill>
              <a:srgbClr val="72C4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3A568378-A642-8843-ABE4-1D22617BABE9}"/>
                </a:ext>
              </a:extLst>
            </p:cNvPr>
            <p:cNvSpPr/>
            <p:nvPr/>
          </p:nvSpPr>
          <p:spPr bwMode="gray">
            <a:xfrm>
              <a:off x="13471761" y="2610269"/>
              <a:ext cx="284385" cy="284385"/>
            </a:xfrm>
            <a:prstGeom prst="rect">
              <a:avLst/>
            </a:prstGeom>
            <a:solidFill>
              <a:srgbClr val="E0B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2996DBD-9E22-D94C-8451-B43D1A1022A9}"/>
                </a:ext>
              </a:extLst>
            </p:cNvPr>
            <p:cNvSpPr/>
            <p:nvPr/>
          </p:nvSpPr>
          <p:spPr bwMode="gray">
            <a:xfrm>
              <a:off x="13471761" y="1264989"/>
              <a:ext cx="284385" cy="284385"/>
            </a:xfrm>
            <a:prstGeom prst="rect">
              <a:avLst/>
            </a:prstGeom>
            <a:solidFill>
              <a:srgbClr val="C0DC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BFA95D0E-D116-A94A-9C75-FF2794EFC7E5}"/>
                </a:ext>
              </a:extLst>
            </p:cNvPr>
            <p:cNvSpPr/>
            <p:nvPr/>
          </p:nvSpPr>
          <p:spPr bwMode="gray">
            <a:xfrm>
              <a:off x="13471761" y="928669"/>
              <a:ext cx="284385" cy="284385"/>
            </a:xfrm>
            <a:prstGeom prst="rect">
              <a:avLst/>
            </a:prstGeom>
            <a:solidFill>
              <a:srgbClr val="D0EB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0598390-A137-A449-B489-8A878F15F4DD}"/>
                </a:ext>
              </a:extLst>
            </p:cNvPr>
            <p:cNvSpPr txBox="1"/>
            <p:nvPr/>
          </p:nvSpPr>
          <p:spPr>
            <a:xfrm>
              <a:off x="12325585" y="41736"/>
              <a:ext cx="15685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100%    50%     75%     25%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680A1A6A-874F-134B-A8DD-3CD456B31D0B}"/>
                </a:ext>
              </a:extLst>
            </p:cNvPr>
            <p:cNvSpPr/>
            <p:nvPr/>
          </p:nvSpPr>
          <p:spPr bwMode="gray">
            <a:xfrm>
              <a:off x="12462110" y="3992250"/>
              <a:ext cx="284385" cy="284385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71869EA-DDF0-F64D-9255-984F57AD749E}"/>
                </a:ext>
              </a:extLst>
            </p:cNvPr>
            <p:cNvSpPr txBox="1"/>
            <p:nvPr/>
          </p:nvSpPr>
          <p:spPr>
            <a:xfrm>
              <a:off x="12759146" y="4026720"/>
              <a:ext cx="77457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chemeClr val="tx2"/>
                  </a:solidFill>
                </a:rPr>
                <a:t>5% Charcoal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5131676" y="6955423"/>
            <a:ext cx="7060325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IQVIA Template (V2.0.1)</a:t>
            </a:r>
            <a:endParaRPr lang="en-US" sz="1100" kern="1200">
              <a:solidFill>
                <a:schemeClr val="bg1">
                  <a:lumMod val="50000"/>
                </a:schemeClr>
              </a:solidFill>
              <a:latin typeface="+mn-lt"/>
              <a:ea typeface="Arial" charset="0"/>
              <a:cs typeface="Arial" charset="0"/>
            </a:endParaRPr>
          </a:p>
        </p:txBody>
      </p:sp>
      <p:graphicFrame>
        <p:nvGraphicFramePr>
          <p:cNvPr id="46" name="对象 45" hidden="1">
            <a:extLst>
              <a:ext uri="{FF2B5EF4-FFF2-40B4-BE49-F238E27FC236}">
                <a16:creationId xmlns:a16="http://schemas.microsoft.com/office/drawing/2014/main" id="{B0AF8FB6-AAD1-4AD1-9EF6-A3ACF247A1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8197366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3" imgW="216" imgH="216" progId="TCLayout.ActiveDocument.1">
                  <p:embed/>
                </p:oleObj>
              </mc:Choice>
              <mc:Fallback>
                <p:oleObj name="think-cell 幻灯片" r:id="rId23" imgW="216" imgH="216" progId="TCLayout.ActiveDocument.1">
                  <p:embed/>
                  <p:pic>
                    <p:nvPicPr>
                      <p:cNvPr id="46" name="对象 45" hidden="1">
                        <a:extLst>
                          <a:ext uri="{FF2B5EF4-FFF2-40B4-BE49-F238E27FC236}">
                            <a16:creationId xmlns:a16="http://schemas.microsoft.com/office/drawing/2014/main" id="{B0AF8FB6-AAD1-4AD1-9EF6-A3ACF247A1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87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7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81000000000000005329E+00&quot;&gt;&lt;m_msothmcolidx val=&quot;0&quot;/&gt;&lt;m_rgb r=&quot;3F&quot; g=&quot;BA&quot; b=&quot;E8&quot;/&gt;&lt;/elem&gt;&lt;elem m_fUsage=&quot;9.00000000000000022204E-01&quot;&gt;&lt;m_msothmcolidx val=&quot;0&quot;/&gt;&lt;m_rgb r=&quot;00&quot; g=&quot;55&quot; b=&quot;87&quot;/&gt;&lt;/elem&gt;&lt;elem m_fUsage=&quot;7.29000000000000092371E-01&quot;&gt;&lt;m_msothmcolidx val=&quot;0&quot;/&gt;&lt;m_rgb r=&quot;80&quot; g=&quot;D1&quot; b=&quot;EF&quot;/&gt;&lt;/elem&gt;&lt;elem m_fUsage=&quot;6.56100000000000127542E-01&quot;&gt;&lt;m_msothmcolidx val=&quot;0&quot;/&gt;&lt;m_rgb r=&quot;00&quot; g=&quot;A3&quot; b=&quot;E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CHw6qmGkNZpF_d.xiYZ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QVIA_V3.0.0">
  <a:themeElements>
    <a:clrScheme name="IQVIA Master Brand">
      <a:dk1>
        <a:srgbClr val="2B3A42"/>
      </a:dk1>
      <a:lt1>
        <a:srgbClr val="FFFFFF"/>
      </a:lt1>
      <a:dk2>
        <a:srgbClr val="606B71"/>
      </a:dk2>
      <a:lt2>
        <a:srgbClr val="F3F3F3"/>
      </a:lt2>
      <a:accent1>
        <a:srgbClr val="00A3E0"/>
      </a:accent1>
      <a:accent2>
        <a:srgbClr val="005587"/>
      </a:accent2>
      <a:accent3>
        <a:srgbClr val="43B02A"/>
      </a:accent3>
      <a:accent4>
        <a:srgbClr val="027123"/>
      </a:accent4>
      <a:accent5>
        <a:srgbClr val="00BFB3"/>
      </a:accent5>
      <a:accent6>
        <a:srgbClr val="F0B323"/>
      </a:accent6>
      <a:hlink>
        <a:srgbClr val="00A3E0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QVIA Corporate PowerPoint Template" id="{FBF47825-BA15-42F8-B8DD-474EE679720A}" vid="{51500039-90C3-4EE0-82E8-5B46344F180D}"/>
    </a:ext>
  </a:extLst>
</a:theme>
</file>

<file path=ppt/theme/theme2.xml><?xml version="1.0" encoding="utf-8"?>
<a:theme xmlns:a="http://schemas.openxmlformats.org/drawingml/2006/main" name="2_IQVIA_V2.0.0">
  <a:themeElements>
    <a:clrScheme name="IQVIA Master Brand">
      <a:dk1>
        <a:srgbClr val="2B3A42"/>
      </a:dk1>
      <a:lt1>
        <a:srgbClr val="FFFFFF"/>
      </a:lt1>
      <a:dk2>
        <a:srgbClr val="606B71"/>
      </a:dk2>
      <a:lt2>
        <a:srgbClr val="F3F3F3"/>
      </a:lt2>
      <a:accent1>
        <a:srgbClr val="00A3E0"/>
      </a:accent1>
      <a:accent2>
        <a:srgbClr val="005587"/>
      </a:accent2>
      <a:accent3>
        <a:srgbClr val="43B02A"/>
      </a:accent3>
      <a:accent4>
        <a:srgbClr val="027123"/>
      </a:accent4>
      <a:accent5>
        <a:srgbClr val="00BFB3"/>
      </a:accent5>
      <a:accent6>
        <a:srgbClr val="F0B323"/>
      </a:accent6>
      <a:hlink>
        <a:srgbClr val="00A3E0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QVIA Institute PowerPoint Template-v2.0.1.potx" id="{638123C5-577D-4406-B527-D8F890DFF2EA}" vid="{14770E37-B516-4023-8AB8-5A650425DE7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ea8e7cf-bc7d-4d52-aa07-51b52038074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5C28CC8858D41A8FBACEFC15355C5" ma:contentTypeVersion="18" ma:contentTypeDescription="Create a new document." ma:contentTypeScope="" ma:versionID="8e7028c09da0cfb78eceef06ce6e99f4">
  <xsd:schema xmlns:xsd="http://www.w3.org/2001/XMLSchema" xmlns:xs="http://www.w3.org/2001/XMLSchema" xmlns:p="http://schemas.microsoft.com/office/2006/metadata/properties" xmlns:ns3="eea8e7cf-bc7d-4d52-aa07-51b52038074c" xmlns:ns4="322ba626-3597-48ac-a3a0-eeabfdcdfb2e" targetNamespace="http://schemas.microsoft.com/office/2006/metadata/properties" ma:root="true" ma:fieldsID="b3a7ddf88f9e904ea0c7f7aee3686d4f" ns3:_="" ns4:_="">
    <xsd:import namespace="eea8e7cf-bc7d-4d52-aa07-51b52038074c"/>
    <xsd:import namespace="322ba626-3597-48ac-a3a0-eeabfdcdf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a8e7cf-bc7d-4d52-aa07-51b5203807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ba626-3597-48ac-a3a0-eeabfdcdfb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8212BA-5CF0-431C-88A4-D724DD36BBF7}">
  <ds:schemaRefs>
    <ds:schemaRef ds:uri="322ba626-3597-48ac-a3a0-eeabfdcdfb2e"/>
    <ds:schemaRef ds:uri="eea8e7cf-bc7d-4d52-aa07-51b52038074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20F3EB-D396-4A68-B0E8-1F9556490E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AFB4C6-A747-4C52-B4C4-0BCC5974E069}">
  <ds:schemaRefs>
    <ds:schemaRef ds:uri="322ba626-3597-48ac-a3a0-eeabfdcdfb2e"/>
    <ds:schemaRef ds:uri="eea8e7cf-bc7d-4d52-aa07-51b52038074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21965</Words>
  <Application>Microsoft Office PowerPoint</Application>
  <PresentationFormat>Widescreen</PresentationFormat>
  <Paragraphs>1731</Paragraphs>
  <Slides>37</Slides>
  <Notes>17</Notes>
  <HiddenSlides>2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6" baseType="lpstr">
      <vt:lpstr>Helvetica Neue</vt:lpstr>
      <vt:lpstr>Invention</vt:lpstr>
      <vt:lpstr>System Font Regular</vt:lpstr>
      <vt:lpstr>等线</vt:lpstr>
      <vt:lpstr>黑体</vt:lpstr>
      <vt:lpstr>黑体</vt:lpstr>
      <vt:lpstr>黑体 (Headings)</vt:lpstr>
      <vt:lpstr>微软雅黑</vt:lpstr>
      <vt:lpstr>Aptos Narrow</vt:lpstr>
      <vt:lpstr>Arial</vt:lpstr>
      <vt:lpstr>Arial Narrow</vt:lpstr>
      <vt:lpstr>Calibri</vt:lpstr>
      <vt:lpstr>Georgia</vt:lpstr>
      <vt:lpstr>Helvetica</vt:lpstr>
      <vt:lpstr>Wingdings</vt:lpstr>
      <vt:lpstr>IQVIA_V3.0.0</vt:lpstr>
      <vt:lpstr>2_IQVIA_V2.0.0</vt:lpstr>
      <vt:lpstr>think-cell Slide</vt:lpstr>
      <vt:lpstr>think-cell 幻灯片</vt:lpstr>
      <vt:lpstr>Report for OPC China Market Research 2026 - China Parkinson’s Disease Market Insight Overview &amp; Healthcare Policy Analysis</vt:lpstr>
      <vt:lpstr>PowerPoint Presentation</vt:lpstr>
      <vt:lpstr>目前，国内接受帕金森药物治疗的患者~78万人；由于患者池扩大、就诊率和确诊率不断提升，预计到2035年，接受药物治疗的帕金森患者人数将增长至～140万人</vt:lpstr>
      <vt:lpstr>预计COMTI处方比例将从目前的15.5%增长至2035年的23.7%；背后的主要增长驱动是集采提升了药品的可及性和可支付性</vt:lpstr>
      <vt:lpstr>由于COMT抑制剂在国内上市时间晚、日治疗费用相对较高，非PD中心医院临床使用相对不充分；PD中心医院的COMT抑制剂处方比例更高</vt:lpstr>
      <vt:lpstr>通过出示OPC在疗效、安全性、给药方式等各个维度的数据，我们就其临床价值、处方潜力与专家进行了深度讨论</vt:lpstr>
      <vt:lpstr>临床专家普遍认为，虽然产品X可进一步缩短关期，但相较恩他卡朋的增量疗效有限，尚不足以形成一致认可的临床优势</vt:lpstr>
      <vt:lpstr>异动症及幻觉是医生对产品X最主要的安全性顾虑，尤其在复杂中晚期患者中更受关注</vt:lpstr>
      <vt:lpstr>QD是产品X最明确的优势，但由于对疗效和安全性的顾虑总体较高，尚不足以通过此优势单独驱动广泛换药</vt:lpstr>
      <vt:lpstr>PowerPoint Presentation</vt:lpstr>
      <vt:lpstr>预计恩他卡朋VBP将于2028-2029年首次落地，首次中标价预估~7元/天；OPC医保谈判价、进网价都会受其中标价的直接或间接影响，将难以在院内维持高利润空间</vt:lpstr>
      <vt:lpstr>恩他卡朋片仿制药上市时间线</vt:lpstr>
      <vt:lpstr>PowerPoint Presentation</vt:lpstr>
      <vt:lpstr>OPC可考虑两种医保申报策略：在恩他卡朋VBP前高价申报，或对标恩他卡朋VBP价~7元/天申报；但受有限的临床增量价值影响，两种情况纳入医保的概率都比较低</vt:lpstr>
      <vt:lpstr>PowerPoint Presentation</vt:lpstr>
      <vt:lpstr>相较于随市场竞争环境变化而不断下移挂网价，OPC的最佳策略是尽量维持定价并主攻院外零售渠道，以此来更好地平衡进院与全渠道利润空间</vt:lpstr>
      <vt:lpstr>参考同类自费PD产品，OPC正式进院预计主要集中于约100家高患者量、支付能力较强的核心医院，患者覆盖比例目标~ 30%</vt:lpstr>
      <vt:lpstr>仅针对少数院内没有准入的药，医生会建议在院外购买；在外流路径中，医院管理的关联药房处方转化效率最稳定，而普通零售药房/EC渠道的患者覆盖面则更广</vt:lpstr>
      <vt:lpstr>就线下零售而言，可通过重点大中心医院的管理药房来精准覆盖OPC-Naïve人群；同时，以集中的渠道资源投入撬动大型连锁药店所覆盖的较广患者面</vt:lpstr>
      <vt:lpstr>PowerPoint Presentation</vt:lpstr>
      <vt:lpstr>当前普通商业保险参保及门诊/慢病保障覆盖有限，与帕金森长期用药场景匹配度较低，OPC仍需探索其他创新支付手段</vt:lpstr>
      <vt:lpstr>其他落地可行性相对较高的创新支付手段还包括：保司买减合作、PAP/买赠等模式；OPC可以将买减合作和PAP项目当作早期自费阶段的破冰支付手段</vt:lpstr>
      <vt:lpstr>PowerPoint Presentation</vt:lpstr>
      <vt:lpstr>Calculation Framework</vt:lpstr>
      <vt:lpstr>PowerPoint Presentation</vt:lpstr>
      <vt:lpstr>Parkinson’s Disease Prevalence</vt:lpstr>
      <vt:lpstr>Parkinson’s Disease Presenting Rate</vt:lpstr>
      <vt:lpstr>Parkinson’s Disease Diagnosis Rate</vt:lpstr>
      <vt:lpstr>Regular Treatment Rate</vt:lpstr>
      <vt:lpstr>Category Share_IQVIA CHPA Crosscheck</vt:lpstr>
      <vt:lpstr>Market Coverage Assumptions - Hospital Coverage &amp; PD Pts% Potential  </vt:lpstr>
      <vt:lpstr>Market Coverage Assumptions – HCP Coverage &amp; PD Pts% Potential  </vt:lpstr>
      <vt:lpstr>Ongentys Price Elasticity</vt:lpstr>
      <vt:lpstr>Source of Business Flow</vt:lpstr>
      <vt:lpstr>Entacapone VBP Erosion on Opicapone</vt:lpstr>
      <vt:lpstr>Opicapone DOT (annualized capsule)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DLBCL Patient size</dc:title>
  <dc:creator>Zhao, Jiani</dc:creator>
  <cp:lastModifiedBy>Jiang, Tracy</cp:lastModifiedBy>
  <cp:revision>1</cp:revision>
  <cp:lastPrinted>2026-08-07T04:57:29Z</cp:lastPrinted>
  <dcterms:created xsi:type="dcterms:W3CDTF">2024-04-18T06:42:48Z</dcterms:created>
  <dcterms:modified xsi:type="dcterms:W3CDTF">2026-08-19T08:34:32Z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0x010100E825C28CC8858D41A8FBACEFC15355C5</vt:lpwstr>
  </property>
</Properties>
</file>