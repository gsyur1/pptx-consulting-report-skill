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10" r:id="rId1"/>
    <p:sldMasterId id="2147484331" r:id="rId2"/>
    <p:sldMasterId id="2147484399" r:id="rId3"/>
    <p:sldMasterId id="2147484435" r:id="rId4"/>
    <p:sldMasterId id="2147484465" r:id="rId5"/>
  </p:sldMasterIdLst>
  <p:notesMasterIdLst>
    <p:notesMasterId r:id="rId47"/>
  </p:notesMasterIdLst>
  <p:handoutMasterIdLst>
    <p:handoutMasterId r:id="rId48"/>
  </p:handoutMasterIdLst>
  <p:sldIdLst>
    <p:sldId id="256" r:id="rId16"/>
    <p:sldId id="257" r:id="rId17"/>
    <p:sldId id="258" r:id="rId18"/>
  </p:sldIdLst>
  <p:sldSz cx="9144000" cy="5143500" type="screen16x9"/>
  <p:notesSz cx="6858000" cy="9144000"/>
  <p:custDataLst>
    <p:tags r:id="rId4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C9FEF0E-6A9C-4907-8ECD-0F7B8B10207F}">
          <p14:sldIdLst>
            <p14:sldId id="2147471412"/>
            <p14:sldId id="2147480525"/>
            <p14:sldId id="2147480494"/>
          </p14:sldIdLst>
        </p14:section>
        <p14:section name="项目设计回顾及进度" id="{3370842C-210E-480D-8F79-FF93D7316138}">
          <p14:sldIdLst>
            <p14:sldId id="2147479738"/>
            <p14:sldId id="2147480475"/>
            <p14:sldId id="2147480437"/>
          </p14:sldIdLst>
        </p14:section>
        <p14:section name="1. 小细胞肺癌（SCLC）疾病概况" id="{06869EB1-D949-44E1-9E8C-912849F55441}">
          <p14:sldIdLst>
            <p14:sldId id="2147480442"/>
            <p14:sldId id="2147480439"/>
            <p14:sldId id="2147480479"/>
            <p14:sldId id="2147480481"/>
            <p14:sldId id="2147480452"/>
          </p14:sldIdLst>
        </p14:section>
        <p14:section name="2. SCLC 诊疗路径及治疗目标" id="{78490BAC-5DE0-4123-B438-3AED0373515C}">
          <p14:sldIdLst>
            <p14:sldId id="2147480495"/>
            <p14:sldId id="2147480462"/>
            <p14:sldId id="2147480455"/>
            <p14:sldId id="2147480518"/>
            <p14:sldId id="2147480524"/>
            <p14:sldId id="2147480463"/>
            <p14:sldId id="2147480464"/>
            <p14:sldId id="2147480513"/>
            <p14:sldId id="2147480465"/>
            <p14:sldId id="2147480418"/>
            <p14:sldId id="2147480461"/>
            <p14:sldId id="2147480490"/>
          </p14:sldIdLst>
        </p14:section>
        <p14:section name="3. HS-20093 临床反馈" id="{896CFD19-F0AF-4216-A17E-E3BC187D2DFA}">
          <p14:sldIdLst>
            <p14:sldId id="2147480496"/>
            <p14:sldId id="2147480458"/>
          </p14:sldIdLst>
        </p14:section>
        <p14:section name="3.1 新疗法/新靶点认知" id="{042AE755-D530-43DC-935C-5261718D260B}">
          <p14:sldIdLst>
            <p14:sldId id="2147480498"/>
            <p14:sldId id="2147480497"/>
          </p14:sldIdLst>
        </p14:section>
        <p14:section name="3.2 HS-20093 临床测试反馈" id="{C119C042-11B4-457A-9DC8-EC69760C4B1B}">
          <p14:sldIdLst>
            <p14:sldId id="2147480450"/>
            <p14:sldId id="2147480499"/>
          </p14:sldIdLst>
        </p14:section>
        <p14:section name="3.3 B7-H3 ADC SCLC 在研产品对比" id="{3789C2CA-6067-46AF-A952-083DC7762FF3}">
          <p14:sldIdLst>
            <p14:sldId id="2147480500"/>
            <p14:sldId id="2147480480"/>
          </p14:sldIdLst>
        </p14:section>
        <p14:section name="HS-20093关键机会点总结" id="{8FFFC6CE-FB28-4F3F-B39F-B85C496D6E32}">
          <p14:sldIdLst>
            <p14:sldId id="2147480483"/>
            <p14:sldId id="2147480503"/>
            <p14:sldId id="2147480507"/>
            <p14:sldId id="2147480509"/>
            <p14:sldId id="2147480493"/>
            <p14:sldId id="2147480504"/>
          </p14:sldIdLst>
        </p14:section>
        <p14:section name="附录" id="{64607388-BDEA-4176-83A2-A939E8D4A4C7}">
          <p14:sldIdLst>
            <p14:sldId id="2147480501"/>
            <p14:sldId id="2147473837"/>
            <p14:sldId id="2147473841"/>
            <p14:sldId id="293"/>
          </p14:sldIdLst>
        </p14:section>
      </p14:sectionLst>
    </p:ext>
    <p:ext uri="{EFAFB233-063F-42B5-8137-9DF3F51BA10A}">
      <p15:sldGuideLst xmlns:p15="http://schemas.microsoft.com/office/powerpoint/2012/main">
        <p15:guide id="1" pos="272" userDrawn="1">
          <p15:clr>
            <a:srgbClr val="A4A3A4"/>
          </p15:clr>
        </p15:guide>
        <p15:guide id="2" orient="horz" pos="184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36CBB00-E5EA-E958-5BF1-62D6E08935EF}" name="Adele Wu" initials="AW" userId="Adele Wu" providerId="None"/>
  <p188:author id="{6290F807-2FB8-C0B3-D928-4306A20222DF}" name="Sanne Gui" initials="SG" userId="S-1-5-21-4176529840-3758500571-3342391617-14482" providerId="AD"/>
  <p188:author id="{4093271B-CF17-4E9C-5387-5C677F6AFC75}" name="Dennis Wang" initials="DW" userId="8f9f9bb248e45575" providerId="Windows Live"/>
  <p188:author id="{748C5624-1E14-270F-45BB-169EB791D96E}" name="Gao, Yanbing" initials="YG" userId="S::yanbing.gao@iqvia.com::51ee820a-fe05-4b2e-bfb7-550bd0cdf8f6" providerId="AD"/>
  <p188:author id="{4D874F47-0193-19D9-4FCA-2E2D6C1473F5}" name="Eleana Wang" initials="EW" userId="S-1-5-21-4176529840-3758500571-3342391617-16672" providerId="AD"/>
  <p188:author id="{53CCF057-DA6D-5E60-2DC9-898918403732}" name="Mars Wan" initials="MW" userId="S-1-5-21-4176529840-3758500571-3342391617-16680" providerId="AD"/>
  <p188:author id="{6A893666-C85B-F5D5-D9A7-6442AC105FEE}" name="Jiang, Tracy" initials="TJ" userId="S::tracy.jiang@iqvia.com::797300cd-5ea5-4dea-ab3a-adb1e1491123" providerId="AD"/>
  <p188:author id="{6CDC2067-95AF-8B78-6F6D-DA8F5AA239B8}" name="Wang, Jin" initials="JW" userId="S::jin.wang3@iqvia.com::15286307-37b2-4216-98b9-a8a6377cebe6" providerId="AD"/>
  <p188:author id="{6C96106B-5179-4545-D78C-914D82D74509}" name="Cici Xu" initials="C" userId="S::Cici.Xu@illuminera.com::57ed9a9c-5ece-4e1b-8f31-5c67ac13ab29" providerId="AD"/>
  <p188:author id="{70EA447D-CB26-33E5-2FF2-8D7C00944612}" name="Wu, Adele" initials="AW" userId="S::adele.wu@iqvia.com::e853c65f-6baa-40e9-aa93-4fbfbf599ac1" providerId="AD"/>
  <p188:author id="{DFF19D9D-7780-BB67-D925-1E7AC1D47F84}" name="iHEALTH" initials="i" userId="S::IlluminHealth-Adele@illuminConference.onmicrosoft.com::b67b3c67-61ab-4d54-85cc-ee5aeee034f4" providerId="AD"/>
  <p188:author id="{DDC9DEA7-1F15-9607-4674-5F037158A738}" name="Xu, Cici" initials="CX" userId="S::cici.xu@iqvia.com::b1b2ad97-988c-4f69-a8b5-f036c956dc56" providerId="AD"/>
  <p188:author id="{F2982BB4-C606-F75E-398E-52078EC684F1}" name="Chen, Ariel" initials="AC" userId="S::ariel.chen@iqvia.com::a6494be1-fa41-4c4b-8f9b-f7f7648f6f61" providerId="AD"/>
  <p188:author id="{AEB479B6-EC02-1DF1-EAC2-BC517EE75FEF}" name="Jin Wang" initials="JW" userId="S-1-5-21-4176529840-3758500571-3342391617-14489" providerId="AD"/>
  <p188:author id="{1DFFEDC3-23AA-68BB-0816-E7C00C277A5C}" name="珏 文" initials="珏文" userId="aba3b69d15165f8b" providerId="Windows Live"/>
  <p188:author id="{5CA1DED7-05AC-5FDC-6C9D-80EA1635A7CB}" name="Grace Chen" initials="CG" userId="S::Grace.Chen@illuminera.com::fd0f472d-8db1-49c0-8fec-7b65a10fe094" providerId="AD"/>
  <p188:author id="{6DAAD0E0-230A-BADC-416C-89129D0EEE6B}" name="LiJiaxi" initials="JL" userId="S::jl11322@nyu.edu::3482cc7e-71ed-4c50-8943-27354c8d4ac7" providerId="AD"/>
  <p188:author id="{83B298F0-A315-A6C8-8FD4-70686F0B68E8}" name="Chen, Grace" initials="GC" userId="S::grace.chen@iqvia.com::415c4dc7-4001-442c-a93a-60c9c3b817bb" providerId="AD"/>
  <p188:author id="{299C29FD-A9A7-9C67-6135-5F1BBAE4299D}" name="Yue Yu" initials="YY" userId="S-1-5-21-4176529840-3758500571-3342391617-15751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Yolanda Yan" initials="YY" lastIdx="81" clrIdx="6">
    <p:extLst>
      <p:ext uri="{19B8F6BF-5375-455C-9EA6-DF929625EA0E}">
        <p15:presenceInfo xmlns:p15="http://schemas.microsoft.com/office/powerpoint/2012/main" userId="S::Yolanda.Yan@illuminera.com::be6a8e7d-5181-43f1-a115-5db8c9edd13b" providerId="AD"/>
      </p:ext>
    </p:extLst>
  </p:cmAuthor>
  <p:cmAuthor id="1" name="Hayley Yan" initials="HY" lastIdx="110" clrIdx="0">
    <p:extLst>
      <p:ext uri="{19B8F6BF-5375-455C-9EA6-DF929625EA0E}">
        <p15:presenceInfo xmlns:p15="http://schemas.microsoft.com/office/powerpoint/2012/main" userId="Hayley Yan" providerId="None"/>
      </p:ext>
    </p:extLst>
  </p:cmAuthor>
  <p:cmAuthor id="8" name="Frisk Liao" initials="FL" lastIdx="28" clrIdx="7">
    <p:extLst>
      <p:ext uri="{19B8F6BF-5375-455C-9EA6-DF929625EA0E}">
        <p15:presenceInfo xmlns:p15="http://schemas.microsoft.com/office/powerpoint/2012/main" userId="S-1-5-21-4176529840-3758500571-3342391617-15630" providerId="AD"/>
      </p:ext>
    </p:extLst>
  </p:cmAuthor>
  <p:cmAuthor id="2" name="Vicky Wang" initials="VW" lastIdx="44" clrIdx="1">
    <p:extLst>
      <p:ext uri="{19B8F6BF-5375-455C-9EA6-DF929625EA0E}">
        <p15:presenceInfo xmlns:p15="http://schemas.microsoft.com/office/powerpoint/2012/main" userId="S-1-5-21-4176529840-3758500571-3342391617-14396" providerId="AD"/>
      </p:ext>
    </p:extLst>
  </p:cmAuthor>
  <p:cmAuthor id="3" name="Grace Chen" initials="GC [2]" lastIdx="232" clrIdx="2">
    <p:extLst>
      <p:ext uri="{19B8F6BF-5375-455C-9EA6-DF929625EA0E}">
        <p15:presenceInfo xmlns:p15="http://schemas.microsoft.com/office/powerpoint/2012/main" userId="Grace Chen" providerId="None"/>
      </p:ext>
    </p:extLst>
  </p:cmAuthor>
  <p:cmAuthor id="4" name="Adele Wu" initials="AW" lastIdx="96" clrIdx="3">
    <p:extLst>
      <p:ext uri="{19B8F6BF-5375-455C-9EA6-DF929625EA0E}">
        <p15:presenceInfo xmlns:p15="http://schemas.microsoft.com/office/powerpoint/2012/main" userId="Adele Wu" providerId="None"/>
      </p:ext>
    </p:extLst>
  </p:cmAuthor>
  <p:cmAuthor id="5" name="Adele Wu" initials="AW [2]" lastIdx="30" clrIdx="4">
    <p:extLst>
      <p:ext uri="{19B8F6BF-5375-455C-9EA6-DF929625EA0E}">
        <p15:presenceInfo xmlns:p15="http://schemas.microsoft.com/office/powerpoint/2012/main" userId="S-1-5-21-4176529840-3758500571-3342391617-1115" providerId="AD"/>
      </p:ext>
    </p:extLst>
  </p:cmAuthor>
  <p:cmAuthor id="6" name="Jessica Zhao" initials="JZ" lastIdx="3" clrIdx="5">
    <p:extLst>
      <p:ext uri="{19B8F6BF-5375-455C-9EA6-DF929625EA0E}">
        <p15:presenceInfo xmlns:p15="http://schemas.microsoft.com/office/powerpoint/2012/main" userId="S-1-5-21-4176529840-3758500571-3342391617-1345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5D2"/>
    <a:srgbClr val="CEF3F8"/>
    <a:srgbClr val="FFFFFF"/>
    <a:srgbClr val="9EE6F0"/>
    <a:srgbClr val="B7DAFF"/>
    <a:srgbClr val="FFEEE5"/>
    <a:srgbClr val="FFDDCC"/>
    <a:srgbClr val="7F7F7F"/>
    <a:srgbClr val="BFFFED"/>
    <a:srgbClr val="6DDA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EFA6B8-AD8A-480D-9583-4BFE8A96D2D9}" v="1" dt="2026-08-10T02:16:22.3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主题样式 1 - 强调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269D01E-BC32-4049-B463-5C60D7B0CCD2}" styleName="主题样式 2 - 强调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E171933-4619-4E11-9A3F-F7608DF75F80}" styleName="中度样式 1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27" autoAdjust="0"/>
    <p:restoredTop sz="94660"/>
  </p:normalViewPr>
  <p:slideViewPr>
    <p:cSldViewPr snapToGrid="0">
      <p:cViewPr varScale="1">
        <p:scale>
          <a:sx n="85" d="100"/>
          <a:sy n="85" d="100"/>
        </p:scale>
        <p:origin x="276" y="56"/>
      </p:cViewPr>
      <p:guideLst>
        <p:guide pos="272"/>
        <p:guide orient="horz" pos="184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47" Type="http://schemas.openxmlformats.org/officeDocument/2006/relationships/notesMaster" Target="notesMasters/notesMaster1.xml"/><Relationship Id="rId48" Type="http://schemas.openxmlformats.org/officeDocument/2006/relationships/handoutMaster" Target="handoutMasters/handoutMaster1.xml"/><Relationship Id="rId49" Type="http://schemas.openxmlformats.org/officeDocument/2006/relationships/tags" Target="tags/tag1.xml"/><Relationship Id="rId50" Type="http://schemas.openxmlformats.org/officeDocument/2006/relationships/commentAuthors" Target="commentAuthors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Relationship Id="rId55" Type="http://schemas.microsoft.com/office/2015/10/relationships/revisionInfo" Target="revisionInfo.xml"/><Relationship Id="rId56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>
              <a:latin typeface="微软雅黑" charset="-122"/>
              <a:ea typeface="微软雅黑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8685214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>
              <a:latin typeface="微软雅黑" charset="-122"/>
              <a:ea typeface="微软雅黑" charset="-122"/>
            </a:endParaRPr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4" y="8685214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22AF28-CE15-954B-A69C-87156E8C37CF}" type="slidenum">
              <a:rPr kumimoji="1" lang="zh-CN" altLang="en-US" smtClean="0">
                <a:latin typeface="微软雅黑" charset="-122"/>
                <a:ea typeface="微软雅黑" charset="-122"/>
              </a:rPr>
              <a:t>‹#›</a:t>
            </a:fld>
            <a:endParaRPr kumimoji="1" lang="zh-CN" altLang="en-US">
              <a:latin typeface="微软雅黑" charset="-122"/>
              <a:ea typeface="微软雅黑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4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FD2F7B-AA04-E94F-AA4C-9324406784C9}" type="datetimeFigureOut">
              <a:rPr kumimoji="1" lang="zh-CN" altLang="en-US" smtClean="0"/>
              <a:t>2026/8/10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819893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微软雅黑" charset="-122"/>
                <a:ea typeface="微软雅黑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4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微软雅黑" charset="-122"/>
                <a:ea typeface="微软雅黑" charset="-122"/>
              </a:defRPr>
            </a:lvl1pPr>
          </a:lstStyle>
          <a:p>
            <a:fld id="{E7349437-D966-C042-AD07-08DC5F57FA61}" type="datetimeFigureOut">
              <a:rPr kumimoji="1" lang="zh-CN" altLang="en-US" smtClean="0"/>
              <a:pPr/>
              <a:t>2026/8/10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8685214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微软雅黑" charset="-122"/>
                <a:ea typeface="微软雅黑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4" y="8685214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微软雅黑" charset="-122"/>
                <a:ea typeface="微软雅黑" charset="-122"/>
              </a:defRPr>
            </a:lvl1pPr>
          </a:lstStyle>
          <a:p>
            <a:fld id="{D4AC4EF1-E5F2-CA4A-85CD-8687DF9A4758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62560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微软雅黑" charset="-122"/>
        <a:ea typeface="微软雅黑" charset="-122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微软雅黑" charset="-122"/>
        <a:ea typeface="微软雅黑" charset="-122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微软雅黑" charset="-122"/>
        <a:ea typeface="微软雅黑" charset="-122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微软雅黑" charset="-122"/>
        <a:ea typeface="微软雅黑" charset="-122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微软雅黑" charset="-122"/>
        <a:ea typeface="微软雅黑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4.emf"/><Relationship Id="rId5" Type="http://schemas.openxmlformats.org/officeDocument/2006/relationships/image" Target="../media/image4.jpe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jpe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jpe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8.jpe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9.jpe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20.emf"/><Relationship Id="rId5" Type="http://schemas.openxmlformats.org/officeDocument/2006/relationships/image" Target="../media/image7.png"/><Relationship Id="rId6" Type="http://schemas.openxmlformats.org/officeDocument/2006/relationships/image" Target="../media/image21.png"/><Relationship Id="rId7" Type="http://schemas.microsoft.com/office/2007/relationships/hdphoto" Target="../media/hdphoto2.wdp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jpe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0.jpe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jpe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22.emf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4.emf"/><Relationship Id="rId5" Type="http://schemas.openxmlformats.org/officeDocument/2006/relationships/image" Target="../media/image4.jpe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7.jpe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jpe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074F4650-B7BE-BC48-BD43-B96796F545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12" name="组 11"/>
          <p:cNvGrpSpPr/>
          <p:nvPr userDrawn="1"/>
        </p:nvGrpSpPr>
        <p:grpSpPr>
          <a:xfrm>
            <a:off x="969015" y="662913"/>
            <a:ext cx="2525195" cy="332358"/>
            <a:chOff x="672836" y="577744"/>
            <a:chExt cx="2525195" cy="332358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72836" y="577744"/>
              <a:ext cx="1421180" cy="332358"/>
            </a:xfrm>
            <a:prstGeom prst="rect">
              <a:avLst/>
            </a:prstGeom>
          </p:spPr>
        </p:pic>
        <p:cxnSp>
          <p:nvCxnSpPr>
            <p:cNvPr id="15" name="直线连接符 14"/>
            <p:cNvCxnSpPr/>
            <p:nvPr/>
          </p:nvCxnSpPr>
          <p:spPr>
            <a:xfrm>
              <a:off x="2215837" y="671984"/>
              <a:ext cx="0" cy="125809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37659" y="638254"/>
              <a:ext cx="860372" cy="1678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49552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分割页(备选)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75D60ED-C611-0742-B0D0-0637BED47F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5397" y="1739533"/>
            <a:ext cx="2213733" cy="1800837"/>
          </a:xfrm>
          <a:prstGeom prst="rect">
            <a:avLst/>
          </a:prstGeom>
        </p:spPr>
      </p:pic>
      <p:sp>
        <p:nvSpPr>
          <p:cNvPr id="23" name="Title 1"/>
          <p:cNvSpPr>
            <a:spLocks noGrp="1"/>
          </p:cNvSpPr>
          <p:nvPr>
            <p:ph type="ctrTitle" hasCustomPrompt="1"/>
          </p:nvPr>
        </p:nvSpPr>
        <p:spPr>
          <a:xfrm>
            <a:off x="4695060" y="2016804"/>
            <a:ext cx="3205162" cy="377190"/>
          </a:xfrm>
          <a:prstGeom prst="rect">
            <a:avLst/>
          </a:prstGeom>
        </p:spPr>
        <p:txBody>
          <a:bodyPr vert="horz" tIns="72000" bIns="0" anchor="b" anchorCtr="0"/>
          <a:lstStyle>
            <a:lvl1pPr algn="l">
              <a:lnSpc>
                <a:spcPts val="2540"/>
              </a:lnSpc>
              <a:defRPr sz="28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</a:lstStyle>
          <a:p>
            <a:r>
              <a:rPr lang="en-US" altLang="zh-CN"/>
              <a:t>DIVIDER</a:t>
            </a:r>
          </a:p>
        </p:txBody>
      </p:sp>
      <p:sp>
        <p:nvSpPr>
          <p:cNvPr id="24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5062" y="2393995"/>
            <a:ext cx="3205162" cy="500731"/>
          </a:xfrm>
          <a:prstGeom prst="rect">
            <a:avLst/>
          </a:prstGeom>
        </p:spPr>
        <p:txBody>
          <a:bodyPr/>
          <a:lstStyle>
            <a:lvl1pPr marL="0" marR="0" indent="0" algn="l" defTabSz="685783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chemeClr val="accent2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subtitle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74581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5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9598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分割页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0"/>
            <a:ext cx="9143391" cy="51435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5562882" y="2620653"/>
            <a:ext cx="3205162" cy="377190"/>
          </a:xfrm>
          <a:prstGeom prst="rect">
            <a:avLst/>
          </a:prstGeom>
        </p:spPr>
        <p:txBody>
          <a:bodyPr vert="horz" tIns="72000" bIns="0" anchor="b" anchorCtr="0"/>
          <a:lstStyle>
            <a:lvl1pPr algn="l">
              <a:lnSpc>
                <a:spcPts val="2540"/>
              </a:lnSpc>
              <a:defRPr sz="28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</a:lstStyle>
          <a:p>
            <a:r>
              <a:rPr lang="en-US" altLang="zh-CN"/>
              <a:t>DIVIDER</a:t>
            </a:r>
          </a:p>
        </p:txBody>
      </p:sp>
      <p:sp>
        <p:nvSpPr>
          <p:cNvPr id="7" name="文本占位符 8"/>
          <p:cNvSpPr>
            <a:spLocks noGrp="1"/>
          </p:cNvSpPr>
          <p:nvPr>
            <p:ph type="body" sz="quarter" idx="12" hasCustomPrompt="1"/>
          </p:nvPr>
        </p:nvSpPr>
        <p:spPr>
          <a:xfrm>
            <a:off x="5562273" y="2997844"/>
            <a:ext cx="3205771" cy="500731"/>
          </a:xfrm>
          <a:prstGeom prst="rect">
            <a:avLst/>
          </a:prstGeom>
        </p:spPr>
        <p:txBody>
          <a:bodyPr/>
          <a:lstStyle>
            <a:lvl1pPr marL="0" marR="0" indent="0" algn="l" defTabSz="685783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chemeClr val="accent2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subtitle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979935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_双行标题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平行四边形 3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hqprint">
            <a:alphaModFix amt="4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04929" y="2702413"/>
            <a:ext cx="1838114" cy="2209844"/>
          </a:xfrm>
          <a:prstGeom prst="rect">
            <a:avLst/>
          </a:prstGeom>
        </p:spPr>
      </p:pic>
      <p:sp>
        <p:nvSpPr>
          <p:cNvPr id="6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252865" y="197070"/>
            <a:ext cx="8298485" cy="511621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kumimoji="1" lang="en-US" altLang="zh-CN"/>
              <a:t>Headline</a:t>
            </a:r>
          </a:p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52863" y="985520"/>
            <a:ext cx="8298999" cy="3505518"/>
          </a:xfrm>
          <a:prstGeom prst="rect">
            <a:avLst/>
          </a:prstGeom>
        </p:spPr>
        <p:txBody>
          <a:bodyPr/>
          <a:lstStyle>
            <a:lvl1pPr marL="171446" marR="0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60000"/>
              <a:buFont typeface="Arial" panose="020B0604020202020204" pitchFamily="34" charset="0"/>
              <a:buChar char="•"/>
              <a:defRPr sz="1400">
                <a:solidFill>
                  <a:schemeClr val="accent3"/>
                </a:solidFill>
              </a:defRPr>
            </a:lvl1pPr>
            <a:lvl2pPr>
              <a:lnSpc>
                <a:spcPct val="80000"/>
              </a:lnSpc>
              <a:buSzPct val="60000"/>
              <a:defRPr sz="1200">
                <a:solidFill>
                  <a:schemeClr val="bg2"/>
                </a:solidFill>
              </a:defRPr>
            </a:lvl2pPr>
          </a:lstStyle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681392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目录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1703" y="493777"/>
            <a:ext cx="3142517" cy="3046499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782" y="493777"/>
            <a:ext cx="3144359" cy="3046499"/>
          </a:xfrm>
          <a:prstGeom prst="rect">
            <a:avLst/>
          </a:prstGeom>
        </p:spPr>
      </p:pic>
      <p:sp>
        <p:nvSpPr>
          <p:cNvPr id="27" name="文本占位符 98">
            <a:extLst>
              <a:ext uri="{FF2B5EF4-FFF2-40B4-BE49-F238E27FC236}">
                <a16:creationId xmlns:a16="http://schemas.microsoft.com/office/drawing/2014/main" id="{3967BC1D-40CE-EC47-86B1-C48EA5D07BE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884130" y="1403718"/>
            <a:ext cx="1490090" cy="27368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CONTENT</a:t>
            </a:r>
          </a:p>
        </p:txBody>
      </p:sp>
      <p:sp>
        <p:nvSpPr>
          <p:cNvPr id="28" name="文本占位符 98">
            <a:extLst>
              <a:ext uri="{FF2B5EF4-FFF2-40B4-BE49-F238E27FC236}">
                <a16:creationId xmlns:a16="http://schemas.microsoft.com/office/drawing/2014/main" id="{3967BC1D-40CE-EC47-86B1-C48EA5D07B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29241" y="1403718"/>
            <a:ext cx="4989369" cy="2995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Table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Content</a:t>
            </a:r>
          </a:p>
        </p:txBody>
      </p:sp>
      <p:sp>
        <p:nvSpPr>
          <p:cNvPr id="29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45629" y="1695079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1</a:t>
            </a:r>
          </a:p>
        </p:txBody>
      </p:sp>
      <p:sp>
        <p:nvSpPr>
          <p:cNvPr id="30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45629" y="1950035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33" name="平行四边形 32"/>
          <p:cNvSpPr/>
          <p:nvPr userDrawn="1"/>
        </p:nvSpPr>
        <p:spPr>
          <a:xfrm flipH="1">
            <a:off x="3951219" y="1835159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  <p:sp>
        <p:nvSpPr>
          <p:cNvPr id="34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145629" y="2195056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2</a:t>
            </a:r>
          </a:p>
        </p:txBody>
      </p:sp>
      <p:sp>
        <p:nvSpPr>
          <p:cNvPr id="35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45629" y="2450012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36" name="平行四边形 35"/>
          <p:cNvSpPr/>
          <p:nvPr userDrawn="1"/>
        </p:nvSpPr>
        <p:spPr>
          <a:xfrm flipH="1">
            <a:off x="3951219" y="2335136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  <p:sp>
        <p:nvSpPr>
          <p:cNvPr id="37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45629" y="2698343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3</a:t>
            </a:r>
          </a:p>
        </p:txBody>
      </p:sp>
      <p:sp>
        <p:nvSpPr>
          <p:cNvPr id="38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45629" y="2953300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39" name="平行四边形 38"/>
          <p:cNvSpPr/>
          <p:nvPr userDrawn="1"/>
        </p:nvSpPr>
        <p:spPr>
          <a:xfrm flipH="1">
            <a:off x="3951219" y="2838423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  <p:sp>
        <p:nvSpPr>
          <p:cNvPr id="40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145629" y="3198320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4</a:t>
            </a:r>
          </a:p>
        </p:txBody>
      </p:sp>
      <p:sp>
        <p:nvSpPr>
          <p:cNvPr id="41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145629" y="3453277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42" name="平行四边形 41"/>
          <p:cNvSpPr/>
          <p:nvPr userDrawn="1"/>
        </p:nvSpPr>
        <p:spPr>
          <a:xfrm flipH="1">
            <a:off x="3951219" y="3338400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  <p:sp>
        <p:nvSpPr>
          <p:cNvPr id="43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145629" y="3698297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5</a:t>
            </a:r>
          </a:p>
        </p:txBody>
      </p:sp>
      <p:sp>
        <p:nvSpPr>
          <p:cNvPr id="44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145629" y="3953254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48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45629" y="4202686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6</a:t>
            </a:r>
          </a:p>
        </p:txBody>
      </p:sp>
      <p:sp>
        <p:nvSpPr>
          <p:cNvPr id="51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45629" y="4457642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2" name="平行四边形 1">
            <a:extLst>
              <a:ext uri="{FF2B5EF4-FFF2-40B4-BE49-F238E27FC236}">
                <a16:creationId xmlns:a16="http://schemas.microsoft.com/office/drawing/2014/main" id="{484D00F8-89D7-C39A-CF7E-B270957AEC22}"/>
              </a:ext>
            </a:extLst>
          </p:cNvPr>
          <p:cNvSpPr/>
          <p:nvPr userDrawn="1"/>
        </p:nvSpPr>
        <p:spPr>
          <a:xfrm flipH="1">
            <a:off x="3951219" y="3781061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02977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面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074F4650-B7BE-BC48-BD43-B96796F545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12" name="组 11"/>
          <p:cNvGrpSpPr/>
          <p:nvPr userDrawn="1"/>
        </p:nvGrpSpPr>
        <p:grpSpPr>
          <a:xfrm>
            <a:off x="969016" y="662913"/>
            <a:ext cx="2525195" cy="332358"/>
            <a:chOff x="672836" y="577744"/>
            <a:chExt cx="2525195" cy="332358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72836" y="577744"/>
              <a:ext cx="1421180" cy="332358"/>
            </a:xfrm>
            <a:prstGeom prst="rect">
              <a:avLst/>
            </a:prstGeom>
          </p:spPr>
        </p:pic>
        <p:cxnSp>
          <p:nvCxnSpPr>
            <p:cNvPr id="15" name="直线连接符 14"/>
            <p:cNvCxnSpPr/>
            <p:nvPr/>
          </p:nvCxnSpPr>
          <p:spPr>
            <a:xfrm>
              <a:off x="2215837" y="671984"/>
              <a:ext cx="0" cy="125809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37659" y="638254"/>
              <a:ext cx="860372" cy="1678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37444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4_目录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1704" y="493778"/>
            <a:ext cx="3142517" cy="3046499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783" y="493778"/>
            <a:ext cx="3144359" cy="3046499"/>
          </a:xfrm>
          <a:prstGeom prst="rect">
            <a:avLst/>
          </a:prstGeom>
        </p:spPr>
      </p:pic>
      <p:sp>
        <p:nvSpPr>
          <p:cNvPr id="27" name="文本占位符 98">
            <a:extLst>
              <a:ext uri="{FF2B5EF4-FFF2-40B4-BE49-F238E27FC236}">
                <a16:creationId xmlns:a16="http://schemas.microsoft.com/office/drawing/2014/main" id="{3967BC1D-40CE-EC47-86B1-C48EA5D07BE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884130" y="1403718"/>
            <a:ext cx="1490090" cy="27368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800" b="1" i="0">
                <a:solidFill>
                  <a:schemeClr val="bg1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CONTENT</a:t>
            </a:r>
          </a:p>
        </p:txBody>
      </p:sp>
      <p:sp>
        <p:nvSpPr>
          <p:cNvPr id="31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29242" y="1452437"/>
            <a:ext cx="4989370" cy="1782411"/>
          </a:xfrm>
          <a:prstGeom prst="rect">
            <a:avLst/>
          </a:prstGeom>
        </p:spPr>
        <p:txBody>
          <a:bodyPr tIns="0" bIns="0" anchor="t" anchorCtr="0">
            <a:spAutoFit/>
          </a:bodyPr>
          <a:lstStyle>
            <a:lvl1pPr marL="323992" indent="-323992">
              <a:lnSpc>
                <a:spcPct val="150000"/>
              </a:lnSpc>
              <a:spcBef>
                <a:spcPts val="0"/>
              </a:spcBef>
              <a:spcAft>
                <a:spcPts val="450"/>
              </a:spcAft>
              <a:buSzPct val="90000"/>
              <a:buFontTx/>
              <a:buBlip>
                <a:blip r:embed="rId4"/>
              </a:buBlip>
              <a:tabLst/>
              <a:defRPr sz="135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674984" indent="-269993">
              <a:lnSpc>
                <a:spcPct val="150000"/>
              </a:lnSpc>
              <a:spcBef>
                <a:spcPts val="0"/>
              </a:spcBef>
              <a:spcAft>
                <a:spcPts val="450"/>
              </a:spcAft>
              <a:buClr>
                <a:schemeClr val="accent3"/>
              </a:buClr>
              <a:buFont typeface="Wingdings" panose="05000000000000000000" pitchFamily="2" charset="2"/>
              <a:buChar char="Ø"/>
              <a:defRPr sz="1050"/>
            </a:lvl2pPr>
          </a:lstStyle>
          <a:p>
            <a:pPr lvl="0"/>
            <a:r>
              <a:rPr lang="en-US" altLang="zh-CN" err="1"/>
              <a:t>Xx</a:t>
            </a:r>
            <a:endParaRPr lang="en-US" altLang="zh-CN"/>
          </a:p>
          <a:p>
            <a:pPr lvl="0"/>
            <a:r>
              <a:rPr lang="en-US" altLang="zh-CN"/>
              <a:t>xx</a:t>
            </a:r>
          </a:p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1</a:t>
            </a:r>
          </a:p>
          <a:p>
            <a:pPr lvl="0"/>
            <a:endParaRPr lang="en-US" altLang="zh-CN"/>
          </a:p>
          <a:p>
            <a:pPr lvl="0"/>
            <a:endParaRPr lang="en-US" altLang="zh-CN"/>
          </a:p>
        </p:txBody>
      </p:sp>
      <p:sp>
        <p:nvSpPr>
          <p:cNvPr id="34" name="矩形 33"/>
          <p:cNvSpPr/>
          <p:nvPr/>
        </p:nvSpPr>
        <p:spPr>
          <a:xfrm>
            <a:off x="0" y="4885924"/>
            <a:ext cx="9144000" cy="2575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961111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5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52863" y="985520"/>
            <a:ext cx="8298999" cy="3505518"/>
          </a:xfrm>
          <a:prstGeom prst="rect">
            <a:avLst/>
          </a:prstGeom>
        </p:spPr>
        <p:txBody>
          <a:bodyPr/>
          <a:lstStyle>
            <a:lvl1pPr marL="171446" marR="0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60000"/>
              <a:buFont typeface="Arial" panose="020B0604020202020204" pitchFamily="34" charset="0"/>
              <a:buChar char="•"/>
              <a:tabLst/>
              <a:defRPr sz="1400">
                <a:solidFill>
                  <a:schemeClr val="accent3"/>
                </a:solidFill>
              </a:defRPr>
            </a:lvl1pPr>
            <a:lvl2pPr>
              <a:lnSpc>
                <a:spcPct val="80000"/>
              </a:lnSpc>
              <a:buSzPct val="60000"/>
              <a:defRPr sz="1200">
                <a:solidFill>
                  <a:schemeClr val="bg2"/>
                </a:solidFill>
              </a:defRPr>
            </a:lvl2pPr>
          </a:lstStyle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447016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封面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5AF2E7A-9910-CB1F-3CA6-CB50AF67056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23453611"/>
              </p:ext>
            </p:ext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6" imgH="428" progId="TCLayout.ActiveDocument.1">
                  <p:embed/>
                </p:oleObj>
              </mc:Choice>
              <mc:Fallback>
                <p:oleObj name="think-cell 幻灯片" r:id="rId3" imgW="426" imgH="42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5AF2E7A-9910-CB1F-3CA6-CB50AF6705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5">
            <a:extLst>
              <a:ext uri="{FF2B5EF4-FFF2-40B4-BE49-F238E27FC236}">
                <a16:creationId xmlns:a16="http://schemas.microsoft.com/office/drawing/2014/main" id="{725C3573-3C4E-D539-FD3B-8266D872C7A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12" name="组 11"/>
          <p:cNvGrpSpPr/>
          <p:nvPr userDrawn="1"/>
        </p:nvGrpSpPr>
        <p:grpSpPr>
          <a:xfrm>
            <a:off x="969017" y="662913"/>
            <a:ext cx="2525195" cy="332358"/>
            <a:chOff x="672836" y="577744"/>
            <a:chExt cx="2525195" cy="332358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72836" y="577744"/>
              <a:ext cx="1421180" cy="332358"/>
            </a:xfrm>
            <a:prstGeom prst="rect">
              <a:avLst/>
            </a:prstGeom>
          </p:spPr>
        </p:pic>
        <p:cxnSp>
          <p:nvCxnSpPr>
            <p:cNvPr id="15" name="直线连接符 14"/>
            <p:cNvCxnSpPr/>
            <p:nvPr/>
          </p:nvCxnSpPr>
          <p:spPr>
            <a:xfrm>
              <a:off x="2215837" y="671984"/>
              <a:ext cx="0" cy="125809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37659" y="638254"/>
              <a:ext cx="860372" cy="167869"/>
            </a:xfrm>
            <a:prstGeom prst="rect">
              <a:avLst/>
            </a:prstGeom>
          </p:spPr>
        </p:pic>
      </p:grpSp>
      <p:sp>
        <p:nvSpPr>
          <p:cNvPr id="18" name="矩形 17"/>
          <p:cNvSpPr/>
          <p:nvPr userDrawn="1"/>
        </p:nvSpPr>
        <p:spPr>
          <a:xfrm>
            <a:off x="0" y="4885924"/>
            <a:ext cx="9144000" cy="2575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6262077"/>
      </p:ext>
    </p:extLst>
  </p:cSld>
  <p:clrMapOvr>
    <a:masterClrMapping/>
  </p:clrMapOvr>
  <p:hf sldNum="0" hdr="0" ftr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3_内页_单行标题01 j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7" y="457200"/>
            <a:ext cx="817739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49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9" y="762663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9079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974">
          <p15:clr>
            <a:srgbClr val="FBAE40"/>
          </p15:clr>
        </p15:guide>
        <p15:guide id="3" pos="7242">
          <p15:clr>
            <a:srgbClr val="FBAE40"/>
          </p15:clr>
        </p15:guide>
        <p15:guide id="4" orient="horz" pos="531">
          <p15:clr>
            <a:srgbClr val="FBAE40"/>
          </p15:clr>
        </p15:guide>
        <p15:guide id="6" pos="158">
          <p15:clr>
            <a:srgbClr val="FBAE40"/>
          </p15:clr>
        </p15:guide>
        <p15:guide id="7" pos="5602">
          <p15:clr>
            <a:srgbClr val="FBAE40"/>
          </p15:clr>
        </p15:guide>
        <p15:guide id="8" orient="horz" pos="62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1703" y="493777"/>
            <a:ext cx="3142517" cy="3046499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782" y="493777"/>
            <a:ext cx="3144359" cy="3046499"/>
          </a:xfrm>
          <a:prstGeom prst="rect">
            <a:avLst/>
          </a:prstGeom>
        </p:spPr>
      </p:pic>
      <p:sp>
        <p:nvSpPr>
          <p:cNvPr id="27" name="文本占位符 98">
            <a:extLst>
              <a:ext uri="{FF2B5EF4-FFF2-40B4-BE49-F238E27FC236}">
                <a16:creationId xmlns:a16="http://schemas.microsoft.com/office/drawing/2014/main" id="{3967BC1D-40CE-EC47-86B1-C48EA5D07BE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884130" y="1403718"/>
            <a:ext cx="1490090" cy="27368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CONTENT</a:t>
            </a:r>
          </a:p>
        </p:txBody>
      </p:sp>
      <p:sp>
        <p:nvSpPr>
          <p:cNvPr id="28" name="文本占位符 98">
            <a:extLst>
              <a:ext uri="{FF2B5EF4-FFF2-40B4-BE49-F238E27FC236}">
                <a16:creationId xmlns:a16="http://schemas.microsoft.com/office/drawing/2014/main" id="{3967BC1D-40CE-EC47-86B1-C48EA5D07B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29241" y="1403718"/>
            <a:ext cx="4989369" cy="2995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Table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Content</a:t>
            </a:r>
          </a:p>
        </p:txBody>
      </p:sp>
      <p:sp>
        <p:nvSpPr>
          <p:cNvPr id="29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45629" y="1753305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1</a:t>
            </a:r>
          </a:p>
        </p:txBody>
      </p:sp>
      <p:sp>
        <p:nvSpPr>
          <p:cNvPr id="34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145629" y="2123892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2</a:t>
            </a:r>
          </a:p>
        </p:txBody>
      </p:sp>
      <p:sp>
        <p:nvSpPr>
          <p:cNvPr id="37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45629" y="2491319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3</a:t>
            </a:r>
          </a:p>
        </p:txBody>
      </p:sp>
      <p:sp>
        <p:nvSpPr>
          <p:cNvPr id="40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145629" y="2855436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3297874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_单行标题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5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5" name="平行四边形 4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9C2A21A-6CD0-4C44-BD01-72E54511D8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3000"/>
          </a:blip>
          <a:srcRect r="6894" b="4502"/>
          <a:stretch/>
        </p:blipFill>
        <p:spPr>
          <a:xfrm>
            <a:off x="7304929" y="2702413"/>
            <a:ext cx="1838114" cy="2209844"/>
          </a:xfrm>
          <a:prstGeom prst="rect">
            <a:avLst/>
          </a:prstGeom>
        </p:spPr>
      </p:pic>
      <p:sp>
        <p:nvSpPr>
          <p:cNvPr id="8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52863" y="985520"/>
            <a:ext cx="8298999" cy="3505518"/>
          </a:xfrm>
          <a:prstGeom prst="rect">
            <a:avLst/>
          </a:prstGeom>
        </p:spPr>
        <p:txBody>
          <a:bodyPr/>
          <a:lstStyle>
            <a:lvl1pPr marL="171446" marR="0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60000"/>
              <a:buFont typeface="Arial" panose="020B0604020202020204" pitchFamily="34" charset="0"/>
              <a:buChar char="•"/>
              <a:tabLst/>
              <a:defRPr sz="1400">
                <a:solidFill>
                  <a:schemeClr val="accent3"/>
                </a:solidFill>
              </a:defRPr>
            </a:lvl1pPr>
            <a:lvl2pPr>
              <a:lnSpc>
                <a:spcPct val="80000"/>
              </a:lnSpc>
              <a:buSzPct val="60000"/>
              <a:defRPr sz="1200">
                <a:solidFill>
                  <a:schemeClr val="bg2"/>
                </a:solidFill>
              </a:defRPr>
            </a:lvl2pPr>
          </a:lstStyle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4573696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封面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04910CA-74DD-EDE5-2B65-480D162341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06065" y="816430"/>
            <a:ext cx="3360423" cy="3649436"/>
          </a:xfrm>
          <a:prstGeom prst="rect">
            <a:avLst/>
          </a:prstGeom>
        </p:spPr>
      </p:pic>
      <p:grpSp>
        <p:nvGrpSpPr>
          <p:cNvPr id="12" name="组 11"/>
          <p:cNvGrpSpPr/>
          <p:nvPr userDrawn="1"/>
        </p:nvGrpSpPr>
        <p:grpSpPr>
          <a:xfrm>
            <a:off x="969016" y="662913"/>
            <a:ext cx="2525195" cy="332358"/>
            <a:chOff x="672836" y="577744"/>
            <a:chExt cx="2525195" cy="332358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72836" y="577744"/>
              <a:ext cx="1421180" cy="332358"/>
            </a:xfrm>
            <a:prstGeom prst="rect">
              <a:avLst/>
            </a:prstGeom>
          </p:spPr>
        </p:pic>
        <p:cxnSp>
          <p:nvCxnSpPr>
            <p:cNvPr id="15" name="直线连接符 14"/>
            <p:cNvCxnSpPr/>
            <p:nvPr/>
          </p:nvCxnSpPr>
          <p:spPr>
            <a:xfrm>
              <a:off x="2215837" y="671984"/>
              <a:ext cx="0" cy="125809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37659" y="638254"/>
              <a:ext cx="860372" cy="167869"/>
            </a:xfrm>
            <a:prstGeom prst="rect">
              <a:avLst/>
            </a:prstGeom>
          </p:spPr>
        </p:pic>
      </p:grpSp>
      <p:sp>
        <p:nvSpPr>
          <p:cNvPr id="18" name="矩形 17"/>
          <p:cNvSpPr/>
          <p:nvPr userDrawn="1"/>
        </p:nvSpPr>
        <p:spPr>
          <a:xfrm>
            <a:off x="0" y="4885924"/>
            <a:ext cx="9144000" cy="2575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3436203"/>
      </p:ext>
    </p:extLst>
  </p:cSld>
  <p:clrMapOvr>
    <a:masterClrMapping/>
  </p:clrMapOvr>
  <p:hf sldNum="0" hdr="0" ftr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分割页(备选)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75D60ED-C611-0742-B0D0-0637BED47F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5398" y="1739534"/>
            <a:ext cx="2213733" cy="1800837"/>
          </a:xfrm>
          <a:prstGeom prst="rect">
            <a:avLst/>
          </a:prstGeom>
        </p:spPr>
      </p:pic>
      <p:sp>
        <p:nvSpPr>
          <p:cNvPr id="23" name="Title 1"/>
          <p:cNvSpPr>
            <a:spLocks noGrp="1"/>
          </p:cNvSpPr>
          <p:nvPr>
            <p:ph type="ctrTitle" hasCustomPrompt="1"/>
          </p:nvPr>
        </p:nvSpPr>
        <p:spPr>
          <a:xfrm>
            <a:off x="4695060" y="2016804"/>
            <a:ext cx="3205162" cy="377190"/>
          </a:xfrm>
          <a:prstGeom prst="rect">
            <a:avLst/>
          </a:prstGeom>
        </p:spPr>
        <p:txBody>
          <a:bodyPr vert="horz" tIns="72000" bIns="0" anchor="b" anchorCtr="0"/>
          <a:lstStyle>
            <a:lvl1pPr algn="l">
              <a:lnSpc>
                <a:spcPts val="2540"/>
              </a:lnSpc>
              <a:defRPr sz="28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</a:lstStyle>
          <a:p>
            <a:r>
              <a:rPr lang="en-US" altLang="zh-CN"/>
              <a:t>DIVIDER</a:t>
            </a:r>
          </a:p>
        </p:txBody>
      </p:sp>
      <p:sp>
        <p:nvSpPr>
          <p:cNvPr id="24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5063" y="2393996"/>
            <a:ext cx="3205162" cy="500731"/>
          </a:xfrm>
          <a:prstGeom prst="rect">
            <a:avLst/>
          </a:prstGeom>
        </p:spPr>
        <p:txBody>
          <a:bodyPr/>
          <a:lstStyle>
            <a:lvl1pPr marL="0" marR="0" indent="0" algn="l" defTabSz="685766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chemeClr val="accent2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685766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subtitle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229410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6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66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66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9" y="762662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570267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分割页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" y="0"/>
            <a:ext cx="9143391" cy="51435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5562882" y="2620653"/>
            <a:ext cx="3205162" cy="377190"/>
          </a:xfrm>
          <a:prstGeom prst="rect">
            <a:avLst/>
          </a:prstGeom>
        </p:spPr>
        <p:txBody>
          <a:bodyPr vert="horz" tIns="72000" bIns="0" anchor="b" anchorCtr="0"/>
          <a:lstStyle>
            <a:lvl1pPr algn="l">
              <a:lnSpc>
                <a:spcPts val="2540"/>
              </a:lnSpc>
              <a:defRPr sz="28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</a:lstStyle>
          <a:p>
            <a:r>
              <a:rPr lang="en-US" altLang="zh-CN"/>
              <a:t>DIVIDER</a:t>
            </a:r>
          </a:p>
        </p:txBody>
      </p:sp>
      <p:sp>
        <p:nvSpPr>
          <p:cNvPr id="7" name="文本占位符 8"/>
          <p:cNvSpPr>
            <a:spLocks noGrp="1"/>
          </p:cNvSpPr>
          <p:nvPr>
            <p:ph type="body" sz="quarter" idx="12" hasCustomPrompt="1"/>
          </p:nvPr>
        </p:nvSpPr>
        <p:spPr>
          <a:xfrm>
            <a:off x="5562274" y="2997845"/>
            <a:ext cx="3205771" cy="500731"/>
          </a:xfrm>
          <a:prstGeom prst="rect">
            <a:avLst/>
          </a:prstGeom>
        </p:spPr>
        <p:txBody>
          <a:bodyPr/>
          <a:lstStyle>
            <a:lvl1pPr marL="0" marR="0" indent="0" algn="l" defTabSz="685766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chemeClr val="accent2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685766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subtitle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875855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/>
          <p:cNvSpPr>
            <a:spLocks noGrp="1"/>
          </p:cNvSpPr>
          <p:nvPr>
            <p:ph type="body" sz="quarter" idx="12" hasCustomPrompt="1"/>
          </p:nvPr>
        </p:nvSpPr>
        <p:spPr>
          <a:xfrm>
            <a:off x="252866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66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marL="0" marR="0" lvl="0" indent="0" algn="l" defTabSz="685766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9" y="762662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581431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_双行标题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平行四边形 3"/>
          <p:cNvSpPr/>
          <p:nvPr userDrawn="1"/>
        </p:nvSpPr>
        <p:spPr>
          <a:xfrm flipH="1">
            <a:off x="330449" y="762662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hqprint">
            <a:alphaModFix amt="4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04929" y="2702413"/>
            <a:ext cx="1838114" cy="2209844"/>
          </a:xfrm>
          <a:prstGeom prst="rect">
            <a:avLst/>
          </a:prstGeom>
        </p:spPr>
      </p:pic>
      <p:sp>
        <p:nvSpPr>
          <p:cNvPr id="6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252866" y="197071"/>
            <a:ext cx="8298485" cy="511621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66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kumimoji="1" lang="en-US" altLang="zh-CN"/>
              <a:t>Headline</a:t>
            </a:r>
          </a:p>
          <a:p>
            <a:pPr marL="0" marR="0" lvl="0" indent="0" algn="l" defTabSz="685766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52863" y="985520"/>
            <a:ext cx="8298999" cy="3505518"/>
          </a:xfrm>
          <a:prstGeom prst="rect">
            <a:avLst/>
          </a:prstGeom>
        </p:spPr>
        <p:txBody>
          <a:bodyPr/>
          <a:lstStyle>
            <a:lvl1pPr marL="171442" marR="0" indent="-171442" algn="l" defTabSz="685766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60000"/>
              <a:buFont typeface="Arial" panose="020B0604020202020204" pitchFamily="34" charset="0"/>
              <a:buChar char="•"/>
              <a:defRPr sz="1400">
                <a:solidFill>
                  <a:schemeClr val="accent3"/>
                </a:solidFill>
              </a:defRPr>
            </a:lvl1pPr>
            <a:lvl2pPr>
              <a:lnSpc>
                <a:spcPct val="80000"/>
              </a:lnSpc>
              <a:buSzPct val="60000"/>
              <a:defRPr sz="1200">
                <a:solidFill>
                  <a:schemeClr val="bg2"/>
                </a:solidFill>
              </a:defRPr>
            </a:lvl2pPr>
          </a:lstStyle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3185226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6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66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66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9" y="762662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52863" y="985520"/>
            <a:ext cx="8298999" cy="3505518"/>
          </a:xfrm>
          <a:prstGeom prst="rect">
            <a:avLst/>
          </a:prstGeom>
        </p:spPr>
        <p:txBody>
          <a:bodyPr/>
          <a:lstStyle>
            <a:lvl1pPr marL="171442" marR="0" indent="-171442" algn="l" defTabSz="685766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60000"/>
              <a:buFont typeface="Arial" panose="020B0604020202020204" pitchFamily="34" charset="0"/>
              <a:buChar char="•"/>
              <a:tabLst/>
              <a:defRPr sz="1400">
                <a:solidFill>
                  <a:schemeClr val="accent3"/>
                </a:solidFill>
              </a:defRPr>
            </a:lvl1pPr>
            <a:lvl2pPr>
              <a:lnSpc>
                <a:spcPct val="80000"/>
              </a:lnSpc>
              <a:buSzPct val="60000"/>
              <a:defRPr sz="1200">
                <a:solidFill>
                  <a:schemeClr val="bg2"/>
                </a:solidFill>
              </a:defRPr>
            </a:lvl2pPr>
          </a:lstStyle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3306313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6A84E2A-2C4B-1F4E-9F04-191F2A4353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3422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内页_双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364C3FE0-8E8E-EF4C-B43E-82FAACBCF055}"/>
              </a:ext>
            </a:extLst>
          </p:cNvPr>
          <p:cNvSpPr txBox="1"/>
          <p:nvPr userDrawn="1"/>
        </p:nvSpPr>
        <p:spPr>
          <a:xfrm>
            <a:off x="8411031" y="416560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sz="1800"/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2866" y="197071"/>
            <a:ext cx="8298485" cy="511621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66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lvl="0"/>
            <a:r>
              <a:rPr kumimoji="1" lang="en-US" altLang="zh-CN"/>
              <a:t>Headline</a:t>
            </a:r>
          </a:p>
          <a:p>
            <a:pPr marL="0" marR="0" lvl="0" indent="0" algn="l" defTabSz="685766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4" name="平行四边形 3"/>
          <p:cNvSpPr/>
          <p:nvPr userDrawn="1"/>
        </p:nvSpPr>
        <p:spPr>
          <a:xfrm flipH="1">
            <a:off x="330449" y="762662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  <p:sp>
        <p:nvSpPr>
          <p:cNvPr id="5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52863" y="985520"/>
            <a:ext cx="8298999" cy="3505518"/>
          </a:xfrm>
          <a:prstGeom prst="rect">
            <a:avLst/>
          </a:prstGeom>
        </p:spPr>
        <p:txBody>
          <a:bodyPr/>
          <a:lstStyle>
            <a:lvl1pPr marL="171442" marR="0" indent="-171442" algn="l" defTabSz="685766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60000"/>
              <a:buFont typeface="Arial" panose="020B0604020202020204" pitchFamily="34" charset="0"/>
              <a:buChar char="•"/>
              <a:tabLst/>
              <a:defRPr sz="1400">
                <a:solidFill>
                  <a:schemeClr val="accent3"/>
                </a:solidFill>
              </a:defRPr>
            </a:lvl1pPr>
            <a:lvl2pPr>
              <a:lnSpc>
                <a:spcPct val="80000"/>
              </a:lnSpc>
              <a:buSzPct val="60000"/>
              <a:defRPr sz="1200">
                <a:solidFill>
                  <a:schemeClr val="bg2"/>
                </a:solidFill>
              </a:defRPr>
            </a:lvl2pPr>
          </a:lstStyle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41770150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目录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1704" y="493778"/>
            <a:ext cx="3142517" cy="3046499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783" y="493778"/>
            <a:ext cx="3144359" cy="3046499"/>
          </a:xfrm>
          <a:prstGeom prst="rect">
            <a:avLst/>
          </a:prstGeom>
        </p:spPr>
      </p:pic>
      <p:sp>
        <p:nvSpPr>
          <p:cNvPr id="27" name="文本占位符 98">
            <a:extLst>
              <a:ext uri="{FF2B5EF4-FFF2-40B4-BE49-F238E27FC236}">
                <a16:creationId xmlns:a16="http://schemas.microsoft.com/office/drawing/2014/main" id="{3967BC1D-40CE-EC47-86B1-C48EA5D07BE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884130" y="1403718"/>
            <a:ext cx="1490090" cy="27368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CONTENT</a:t>
            </a:r>
          </a:p>
        </p:txBody>
      </p:sp>
      <p:sp>
        <p:nvSpPr>
          <p:cNvPr id="28" name="文本占位符 98">
            <a:extLst>
              <a:ext uri="{FF2B5EF4-FFF2-40B4-BE49-F238E27FC236}">
                <a16:creationId xmlns:a16="http://schemas.microsoft.com/office/drawing/2014/main" id="{3967BC1D-40CE-EC47-86B1-C48EA5D07B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29241" y="1403718"/>
            <a:ext cx="4989369" cy="2995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Table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Content</a:t>
            </a:r>
          </a:p>
        </p:txBody>
      </p:sp>
      <p:sp>
        <p:nvSpPr>
          <p:cNvPr id="29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45630" y="1695080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1</a:t>
            </a:r>
          </a:p>
        </p:txBody>
      </p:sp>
      <p:sp>
        <p:nvSpPr>
          <p:cNvPr id="30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45630" y="1950035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33" name="平行四边形 32"/>
          <p:cNvSpPr/>
          <p:nvPr userDrawn="1"/>
        </p:nvSpPr>
        <p:spPr>
          <a:xfrm flipH="1">
            <a:off x="3951219" y="1835159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  <p:sp>
        <p:nvSpPr>
          <p:cNvPr id="34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145630" y="2195057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2</a:t>
            </a:r>
          </a:p>
        </p:txBody>
      </p:sp>
      <p:sp>
        <p:nvSpPr>
          <p:cNvPr id="35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45630" y="2450012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36" name="平行四边形 35"/>
          <p:cNvSpPr/>
          <p:nvPr userDrawn="1"/>
        </p:nvSpPr>
        <p:spPr>
          <a:xfrm flipH="1">
            <a:off x="3951219" y="2335136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  <p:sp>
        <p:nvSpPr>
          <p:cNvPr id="37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45630" y="2698344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3</a:t>
            </a:r>
          </a:p>
        </p:txBody>
      </p:sp>
      <p:sp>
        <p:nvSpPr>
          <p:cNvPr id="38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45630" y="2953301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39" name="平行四边形 38"/>
          <p:cNvSpPr/>
          <p:nvPr userDrawn="1"/>
        </p:nvSpPr>
        <p:spPr>
          <a:xfrm flipH="1">
            <a:off x="3951219" y="2838423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  <p:sp>
        <p:nvSpPr>
          <p:cNvPr id="40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145630" y="3198321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4</a:t>
            </a:r>
          </a:p>
        </p:txBody>
      </p:sp>
      <p:sp>
        <p:nvSpPr>
          <p:cNvPr id="41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145630" y="3453278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42" name="平行四边形 41"/>
          <p:cNvSpPr/>
          <p:nvPr userDrawn="1"/>
        </p:nvSpPr>
        <p:spPr>
          <a:xfrm flipH="1">
            <a:off x="3951219" y="3338400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  <p:sp>
        <p:nvSpPr>
          <p:cNvPr id="43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145630" y="3698298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5</a:t>
            </a:r>
          </a:p>
        </p:txBody>
      </p:sp>
      <p:sp>
        <p:nvSpPr>
          <p:cNvPr id="44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145630" y="3953255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48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45630" y="4202687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6</a:t>
            </a:r>
          </a:p>
        </p:txBody>
      </p:sp>
      <p:sp>
        <p:nvSpPr>
          <p:cNvPr id="51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45630" y="4457642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2" name="平行四边形 1">
            <a:extLst>
              <a:ext uri="{FF2B5EF4-FFF2-40B4-BE49-F238E27FC236}">
                <a16:creationId xmlns:a16="http://schemas.microsoft.com/office/drawing/2014/main" id="{484D00F8-89D7-C39A-CF7E-B270957AEC22}"/>
              </a:ext>
            </a:extLst>
          </p:cNvPr>
          <p:cNvSpPr/>
          <p:nvPr userDrawn="1"/>
        </p:nvSpPr>
        <p:spPr>
          <a:xfrm flipH="1">
            <a:off x="3951219" y="3781061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308853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074F4650-B7BE-BC48-BD43-B96796F545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12" name="组 11"/>
          <p:cNvGrpSpPr/>
          <p:nvPr userDrawn="1"/>
        </p:nvGrpSpPr>
        <p:grpSpPr>
          <a:xfrm>
            <a:off x="969015" y="662913"/>
            <a:ext cx="2525195" cy="332358"/>
            <a:chOff x="672836" y="577744"/>
            <a:chExt cx="2525195" cy="332358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72836" y="577744"/>
              <a:ext cx="1421180" cy="332358"/>
            </a:xfrm>
            <a:prstGeom prst="rect">
              <a:avLst/>
            </a:prstGeom>
          </p:spPr>
        </p:pic>
        <p:cxnSp>
          <p:nvCxnSpPr>
            <p:cNvPr id="15" name="直线连接符 14"/>
            <p:cNvCxnSpPr/>
            <p:nvPr/>
          </p:nvCxnSpPr>
          <p:spPr>
            <a:xfrm>
              <a:off x="2215837" y="671984"/>
              <a:ext cx="0" cy="125809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37659" y="638254"/>
              <a:ext cx="860372" cy="1678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909197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分割页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0"/>
            <a:ext cx="9143391" cy="51435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5562882" y="2620653"/>
            <a:ext cx="3205162" cy="377190"/>
          </a:xfrm>
          <a:prstGeom prst="rect">
            <a:avLst/>
          </a:prstGeom>
        </p:spPr>
        <p:txBody>
          <a:bodyPr vert="horz" tIns="72000" bIns="0" anchor="b" anchorCtr="0"/>
          <a:lstStyle>
            <a:lvl1pPr algn="l">
              <a:lnSpc>
                <a:spcPts val="2540"/>
              </a:lnSpc>
              <a:defRPr sz="28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</a:lstStyle>
          <a:p>
            <a:r>
              <a:rPr lang="en-US" altLang="zh-CN"/>
              <a:t>DIVIDER</a:t>
            </a:r>
          </a:p>
        </p:txBody>
      </p:sp>
      <p:sp>
        <p:nvSpPr>
          <p:cNvPr id="7" name="文本占位符 8"/>
          <p:cNvSpPr>
            <a:spLocks noGrp="1"/>
          </p:cNvSpPr>
          <p:nvPr>
            <p:ph type="body" sz="quarter" idx="12" hasCustomPrompt="1"/>
          </p:nvPr>
        </p:nvSpPr>
        <p:spPr>
          <a:xfrm>
            <a:off x="5562273" y="2997844"/>
            <a:ext cx="3205771" cy="500731"/>
          </a:xfrm>
          <a:prstGeom prst="rect">
            <a:avLst/>
          </a:prstGeom>
        </p:spPr>
        <p:txBody>
          <a:bodyPr/>
          <a:lstStyle>
            <a:lvl1pPr marL="0" marR="0" indent="0" algn="l" defTabSz="685783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chemeClr val="accent2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subtitle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374349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1703" y="493777"/>
            <a:ext cx="3142517" cy="3046499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782" y="493777"/>
            <a:ext cx="3144359" cy="3046499"/>
          </a:xfrm>
          <a:prstGeom prst="rect">
            <a:avLst/>
          </a:prstGeom>
        </p:spPr>
      </p:pic>
      <p:sp>
        <p:nvSpPr>
          <p:cNvPr id="27" name="文本占位符 98">
            <a:extLst>
              <a:ext uri="{FF2B5EF4-FFF2-40B4-BE49-F238E27FC236}">
                <a16:creationId xmlns:a16="http://schemas.microsoft.com/office/drawing/2014/main" id="{3967BC1D-40CE-EC47-86B1-C48EA5D07BE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884130" y="1403718"/>
            <a:ext cx="1490090" cy="27368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CONTENT</a:t>
            </a:r>
          </a:p>
        </p:txBody>
      </p:sp>
      <p:sp>
        <p:nvSpPr>
          <p:cNvPr id="28" name="文本占位符 98">
            <a:extLst>
              <a:ext uri="{FF2B5EF4-FFF2-40B4-BE49-F238E27FC236}">
                <a16:creationId xmlns:a16="http://schemas.microsoft.com/office/drawing/2014/main" id="{3967BC1D-40CE-EC47-86B1-C48EA5D07B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29241" y="1403718"/>
            <a:ext cx="4989369" cy="2995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Table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Content</a:t>
            </a:r>
          </a:p>
        </p:txBody>
      </p:sp>
      <p:sp>
        <p:nvSpPr>
          <p:cNvPr id="29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45629" y="1695079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1</a:t>
            </a:r>
          </a:p>
        </p:txBody>
      </p:sp>
      <p:sp>
        <p:nvSpPr>
          <p:cNvPr id="30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45629" y="1950035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34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145629" y="2195056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2</a:t>
            </a:r>
          </a:p>
        </p:txBody>
      </p:sp>
      <p:sp>
        <p:nvSpPr>
          <p:cNvPr id="35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45629" y="2450012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37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45629" y="2698343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3</a:t>
            </a:r>
          </a:p>
        </p:txBody>
      </p:sp>
      <p:sp>
        <p:nvSpPr>
          <p:cNvPr id="38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45629" y="2953300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40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145629" y="3198320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4</a:t>
            </a:r>
          </a:p>
        </p:txBody>
      </p:sp>
      <p:sp>
        <p:nvSpPr>
          <p:cNvPr id="41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145629" y="3453277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43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145629" y="3698297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5</a:t>
            </a:r>
          </a:p>
        </p:txBody>
      </p:sp>
      <p:sp>
        <p:nvSpPr>
          <p:cNvPr id="44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145629" y="3953254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1543564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5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3879274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_双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364C3FE0-8E8E-EF4C-B43E-82FAACBCF055}"/>
              </a:ext>
            </a:extLst>
          </p:cNvPr>
          <p:cNvSpPr txBox="1"/>
          <p:nvPr userDrawn="1"/>
        </p:nvSpPr>
        <p:spPr>
          <a:xfrm>
            <a:off x="8411030" y="416560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sz="1800"/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2865" y="197070"/>
            <a:ext cx="8298485" cy="511621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lvl="0"/>
            <a:r>
              <a:rPr kumimoji="1" lang="en-US" altLang="zh-CN"/>
              <a:t>Headline</a:t>
            </a:r>
          </a:p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4" name="平行四边形 3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  <p:sp>
        <p:nvSpPr>
          <p:cNvPr id="5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52863" y="985520"/>
            <a:ext cx="8298999" cy="3505518"/>
          </a:xfrm>
          <a:prstGeom prst="rect">
            <a:avLst/>
          </a:prstGeom>
        </p:spPr>
        <p:txBody>
          <a:bodyPr/>
          <a:lstStyle>
            <a:lvl1pPr marL="171446" marR="0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60000"/>
              <a:buFont typeface="Arial" panose="020B0604020202020204" pitchFamily="34" charset="0"/>
              <a:buChar char="•"/>
              <a:tabLst/>
              <a:defRPr sz="1400">
                <a:solidFill>
                  <a:schemeClr val="accent3"/>
                </a:solidFill>
              </a:defRPr>
            </a:lvl1pPr>
            <a:lvl2pPr>
              <a:lnSpc>
                <a:spcPct val="80000"/>
              </a:lnSpc>
              <a:buSzPct val="60000"/>
              <a:defRPr sz="1200">
                <a:solidFill>
                  <a:schemeClr val="bg2"/>
                </a:solidFill>
              </a:defRPr>
            </a:lvl2pPr>
          </a:lstStyle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78918536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导航_双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364C3FE0-8E8E-EF4C-B43E-82FAACBCF055}"/>
              </a:ext>
            </a:extLst>
          </p:cNvPr>
          <p:cNvSpPr txBox="1"/>
          <p:nvPr userDrawn="1"/>
        </p:nvSpPr>
        <p:spPr>
          <a:xfrm>
            <a:off x="8411030" y="416560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sz="1800"/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2865" y="197070"/>
            <a:ext cx="8298485" cy="511621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lvl="0"/>
            <a:r>
              <a:rPr kumimoji="1" lang="en-US" altLang="zh-CN"/>
              <a:t>Headline</a:t>
            </a:r>
          </a:p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5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52863" y="1168400"/>
            <a:ext cx="8298999" cy="3322638"/>
          </a:xfrm>
          <a:prstGeom prst="rect">
            <a:avLst/>
          </a:prstGeom>
        </p:spPr>
        <p:txBody>
          <a:bodyPr/>
          <a:lstStyle>
            <a:lvl1pPr marL="171446" marR="0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60000"/>
              <a:buFont typeface="Arial" panose="020B0604020202020204" pitchFamily="34" charset="0"/>
              <a:buChar char="•"/>
              <a:tabLst/>
              <a:defRPr sz="1400">
                <a:solidFill>
                  <a:schemeClr val="accent3"/>
                </a:solidFill>
              </a:defRPr>
            </a:lvl1pPr>
            <a:lvl2pPr>
              <a:lnSpc>
                <a:spcPct val="80000"/>
              </a:lnSpc>
              <a:buSzPct val="60000"/>
              <a:defRPr sz="1200">
                <a:solidFill>
                  <a:schemeClr val="bg2"/>
                </a:solidFill>
              </a:defRPr>
            </a:lvl2pPr>
          </a:lstStyle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38475001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6A84E2A-2C4B-1F4E-9F04-191F2A4353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058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_内页_单行标题01 j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6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66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9" y="762662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  <p:sp>
        <p:nvSpPr>
          <p:cNvPr id="4" name="文本占位符 6">
            <a:extLst>
              <a:ext uri="{FF2B5EF4-FFF2-40B4-BE49-F238E27FC236}">
                <a16:creationId xmlns:a16="http://schemas.microsoft.com/office/drawing/2014/main" id="{C5439D98-0BA4-71B3-A776-1DC4F016D6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65" y="4752976"/>
            <a:ext cx="4400780" cy="13903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600">
                <a:solidFill>
                  <a:schemeClr val="accent2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kumimoji="1" lang="en-US" altLang="zh-CN"/>
              <a:t>footnote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53343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974">
          <p15:clr>
            <a:srgbClr val="FBAE40"/>
          </p15:clr>
        </p15:guide>
        <p15:guide id="3" pos="7242">
          <p15:clr>
            <a:srgbClr val="FBAE40"/>
          </p15:clr>
        </p15:guide>
        <p15:guide id="4" orient="horz" pos="531">
          <p15:clr>
            <a:srgbClr val="FBAE40"/>
          </p15:clr>
        </p15:guide>
        <p15:guide id="6" pos="158">
          <p15:clr>
            <a:srgbClr val="FBAE40"/>
          </p15:clr>
        </p15:guide>
        <p15:guide id="7" pos="5602">
          <p15:clr>
            <a:srgbClr val="FBAE40"/>
          </p15:clr>
        </p15:guide>
        <p15:guide id="8" orient="horz" pos="622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_目录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1704" y="493778"/>
            <a:ext cx="3142517" cy="3046499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783" y="493778"/>
            <a:ext cx="3144359" cy="3046499"/>
          </a:xfrm>
          <a:prstGeom prst="rect">
            <a:avLst/>
          </a:prstGeom>
        </p:spPr>
      </p:pic>
      <p:sp>
        <p:nvSpPr>
          <p:cNvPr id="27" name="文本占位符 98">
            <a:extLst>
              <a:ext uri="{FF2B5EF4-FFF2-40B4-BE49-F238E27FC236}">
                <a16:creationId xmlns:a16="http://schemas.microsoft.com/office/drawing/2014/main" id="{3967BC1D-40CE-EC47-86B1-C48EA5D07BE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884130" y="1403718"/>
            <a:ext cx="1490090" cy="27368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800" b="1" i="0">
                <a:solidFill>
                  <a:schemeClr val="bg1"/>
                </a:solidFill>
                <a:latin typeface="+mn-lt"/>
                <a:ea typeface="+mn-ea"/>
                <a:cs typeface="微软雅黑" charset="-122"/>
              </a:defRPr>
            </a:lvl1pPr>
            <a:lvl2pPr marL="457178" indent="0">
              <a:buNone/>
              <a:defRPr/>
            </a:lvl2pPr>
          </a:lstStyle>
          <a:p>
            <a:pPr lvl="0"/>
            <a:r>
              <a:rPr lang="en-US" altLang="zh-CN"/>
              <a:t>CONTENT</a:t>
            </a:r>
          </a:p>
        </p:txBody>
      </p:sp>
      <p:sp>
        <p:nvSpPr>
          <p:cNvPr id="31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29242" y="1452437"/>
            <a:ext cx="4989370" cy="1782411"/>
          </a:xfrm>
          <a:prstGeom prst="rect">
            <a:avLst/>
          </a:prstGeom>
        </p:spPr>
        <p:txBody>
          <a:bodyPr tIns="0" bIns="0" anchor="t" anchorCtr="0">
            <a:spAutoFit/>
          </a:bodyPr>
          <a:lstStyle>
            <a:lvl1pPr marL="323992" indent="-323992">
              <a:lnSpc>
                <a:spcPct val="150000"/>
              </a:lnSpc>
              <a:spcBef>
                <a:spcPts val="0"/>
              </a:spcBef>
              <a:spcAft>
                <a:spcPts val="450"/>
              </a:spcAft>
              <a:buSzPct val="90000"/>
              <a:buFontTx/>
              <a:buBlip>
                <a:blip r:embed="rId4"/>
              </a:buBlip>
              <a:tabLst/>
              <a:defRPr sz="135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674984" indent="-269993">
              <a:lnSpc>
                <a:spcPct val="150000"/>
              </a:lnSpc>
              <a:spcBef>
                <a:spcPts val="0"/>
              </a:spcBef>
              <a:spcAft>
                <a:spcPts val="450"/>
              </a:spcAft>
              <a:buClr>
                <a:schemeClr val="accent3"/>
              </a:buClr>
              <a:buFont typeface="Wingdings" panose="05000000000000000000" pitchFamily="2" charset="2"/>
              <a:buChar char="Ø"/>
              <a:defRPr sz="1050"/>
            </a:lvl2pPr>
          </a:lstStyle>
          <a:p>
            <a:pPr lvl="0"/>
            <a:r>
              <a:rPr lang="en-US" altLang="zh-CN" err="1"/>
              <a:t>Xx</a:t>
            </a:r>
            <a:endParaRPr lang="en-US" altLang="zh-CN"/>
          </a:p>
          <a:p>
            <a:pPr lvl="0"/>
            <a:r>
              <a:rPr lang="en-US" altLang="zh-CN"/>
              <a:t>xx</a:t>
            </a:r>
          </a:p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1</a:t>
            </a:r>
          </a:p>
          <a:p>
            <a:pPr lvl="0"/>
            <a:endParaRPr lang="en-US" altLang="zh-CN"/>
          </a:p>
          <a:p>
            <a:pPr lvl="0"/>
            <a:endParaRPr lang="en-US" altLang="zh-CN"/>
          </a:p>
        </p:txBody>
      </p:sp>
      <p:sp>
        <p:nvSpPr>
          <p:cNvPr id="34" name="矩形 33"/>
          <p:cNvSpPr/>
          <p:nvPr/>
        </p:nvSpPr>
        <p:spPr>
          <a:xfrm>
            <a:off x="0" y="4885924"/>
            <a:ext cx="9144000" cy="2575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42678725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分割页(备选)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>
            <a:extLst>
              <a:ext uri="{FF2B5EF4-FFF2-40B4-BE49-F238E27FC236}">
                <a16:creationId xmlns:a16="http://schemas.microsoft.com/office/drawing/2014/main" id="{99A622AF-547A-F770-13A2-D6B31ACB95C6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75987694"/>
              </p:ext>
            </p:ext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70" imgH="469" progId="TCLayout.ActiveDocument.1">
                  <p:embed/>
                </p:oleObj>
              </mc:Choice>
              <mc:Fallback>
                <p:oleObj name="think-cell 幻灯片" r:id="rId3" imgW="470" imgH="469" progId="TCLayout.ActiveDocument.1">
                  <p:embed/>
                  <p:pic>
                    <p:nvPicPr>
                      <p:cNvPr id="2" name="对象 1" hidden="1">
                        <a:extLst>
                          <a:ext uri="{FF2B5EF4-FFF2-40B4-BE49-F238E27FC236}">
                            <a16:creationId xmlns:a16="http://schemas.microsoft.com/office/drawing/2014/main" id="{99A622AF-547A-F770-13A2-D6B31ACB95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75D60ED-C611-0742-B0D0-0637BED47FD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6" cstate="screen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5397" y="1739533"/>
            <a:ext cx="2213733" cy="1800837"/>
          </a:xfrm>
          <a:prstGeom prst="rect">
            <a:avLst/>
          </a:prstGeom>
        </p:spPr>
      </p:pic>
      <p:sp>
        <p:nvSpPr>
          <p:cNvPr id="23" name="Title 1"/>
          <p:cNvSpPr>
            <a:spLocks noGrp="1"/>
          </p:cNvSpPr>
          <p:nvPr>
            <p:ph type="ctrTitle" hasCustomPrompt="1"/>
          </p:nvPr>
        </p:nvSpPr>
        <p:spPr>
          <a:xfrm>
            <a:off x="4695060" y="2016804"/>
            <a:ext cx="3205162" cy="377190"/>
          </a:xfrm>
          <a:prstGeom prst="rect">
            <a:avLst/>
          </a:prstGeom>
        </p:spPr>
        <p:txBody>
          <a:bodyPr vert="horz" tIns="72000" rIns="91440" bIns="0" anchor="b" anchorCtr="0"/>
          <a:lstStyle>
            <a:lvl1pPr algn="l">
              <a:lnSpc>
                <a:spcPts val="2540"/>
              </a:lnSpc>
              <a:defRPr sz="28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</a:lstStyle>
          <a:p>
            <a:r>
              <a:rPr lang="en-US" altLang="zh-CN"/>
              <a:t>DIVIDER</a:t>
            </a:r>
          </a:p>
        </p:txBody>
      </p:sp>
      <p:sp>
        <p:nvSpPr>
          <p:cNvPr id="24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5062" y="2393995"/>
            <a:ext cx="3205162" cy="500731"/>
          </a:xfrm>
          <a:prstGeom prst="rect">
            <a:avLst/>
          </a:prstGeom>
        </p:spPr>
        <p:txBody>
          <a:bodyPr/>
          <a:lstStyle>
            <a:lvl1pPr marL="0" marR="0" indent="0" algn="l" defTabSz="685783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chemeClr val="accent2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subtitle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9460597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5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52863" y="985520"/>
            <a:ext cx="8298999" cy="3505518"/>
          </a:xfrm>
          <a:prstGeom prst="rect">
            <a:avLst/>
          </a:prstGeom>
        </p:spPr>
        <p:txBody>
          <a:bodyPr/>
          <a:lstStyle>
            <a:lvl1pPr marL="171446" marR="0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60000"/>
              <a:buFont typeface="Arial" panose="020B0604020202020204" pitchFamily="34" charset="0"/>
              <a:buChar char="•"/>
              <a:tabLst/>
              <a:defRPr sz="1400">
                <a:solidFill>
                  <a:schemeClr val="accent3"/>
                </a:solidFill>
              </a:defRPr>
            </a:lvl1pPr>
            <a:lvl2pPr>
              <a:lnSpc>
                <a:spcPct val="80000"/>
              </a:lnSpc>
              <a:buSzPct val="60000"/>
              <a:defRPr sz="1200">
                <a:solidFill>
                  <a:schemeClr val="bg2"/>
                </a:solidFill>
              </a:defRPr>
            </a:lvl2pPr>
          </a:lstStyle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22548549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5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52863" y="985520"/>
            <a:ext cx="8298999" cy="3505518"/>
          </a:xfrm>
          <a:prstGeom prst="rect">
            <a:avLst/>
          </a:prstGeom>
        </p:spPr>
        <p:txBody>
          <a:bodyPr/>
          <a:lstStyle>
            <a:lvl1pPr marL="171446" marR="0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60000"/>
              <a:buFont typeface="Arial" panose="020B0604020202020204" pitchFamily="34" charset="0"/>
              <a:buChar char="•"/>
              <a:tabLst/>
              <a:defRPr sz="1400">
                <a:solidFill>
                  <a:schemeClr val="accent3"/>
                </a:solidFill>
              </a:defRPr>
            </a:lvl1pPr>
            <a:lvl2pPr>
              <a:lnSpc>
                <a:spcPct val="80000"/>
              </a:lnSpc>
              <a:buSzPct val="60000"/>
              <a:defRPr sz="1200">
                <a:solidFill>
                  <a:schemeClr val="bg2"/>
                </a:solidFill>
              </a:defRPr>
            </a:lvl2pPr>
          </a:lstStyle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75724020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-内页1行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5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Gill Sans MT" charset="0"/>
                <a:cs typeface="Gill Sans MT" charset="0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65086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31">
          <p15:clr>
            <a:srgbClr val="FBAE40"/>
          </p15:clr>
        </p15:guide>
        <p15:guide id="2" pos="5602">
          <p15:clr>
            <a:srgbClr val="FBAE40"/>
          </p15:clr>
        </p15:guide>
        <p15:guide id="3" pos="158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6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66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9" y="762662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  <p:sp>
        <p:nvSpPr>
          <p:cNvPr id="4" name="文本占位符 6">
            <a:extLst>
              <a:ext uri="{FF2B5EF4-FFF2-40B4-BE49-F238E27FC236}">
                <a16:creationId xmlns:a16="http://schemas.microsoft.com/office/drawing/2014/main" id="{7DFF7169-F5DA-6179-E3B7-95E0AAECB61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66" y="4703446"/>
            <a:ext cx="6223864" cy="1619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675">
                <a:solidFill>
                  <a:schemeClr val="accent2"/>
                </a:solidFill>
              </a:defRPr>
            </a:lvl1pPr>
            <a:lvl2pPr>
              <a:defRPr sz="750"/>
            </a:lvl2pPr>
            <a:lvl3pPr>
              <a:defRPr sz="675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kumimoji="1" lang="en-US" altLang="zh-CN"/>
              <a:t>footnote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9221348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074F4650-B7BE-BC48-BD43-B96796F545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12" name="组 11"/>
          <p:cNvGrpSpPr/>
          <p:nvPr userDrawn="1"/>
        </p:nvGrpSpPr>
        <p:grpSpPr>
          <a:xfrm>
            <a:off x="969015" y="662913"/>
            <a:ext cx="2525195" cy="332358"/>
            <a:chOff x="672836" y="577744"/>
            <a:chExt cx="2525195" cy="332358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72836" y="577744"/>
              <a:ext cx="1421180" cy="332358"/>
            </a:xfrm>
            <a:prstGeom prst="rect">
              <a:avLst/>
            </a:prstGeom>
          </p:spPr>
        </p:pic>
        <p:cxnSp>
          <p:nvCxnSpPr>
            <p:cNvPr id="15" name="直线连接符 14"/>
            <p:cNvCxnSpPr/>
            <p:nvPr/>
          </p:nvCxnSpPr>
          <p:spPr>
            <a:xfrm>
              <a:off x="2215837" y="671984"/>
              <a:ext cx="0" cy="125809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37659" y="638254"/>
              <a:ext cx="860372" cy="1678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3392248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分割页(备选)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75D60ED-C611-0742-B0D0-0637BED47F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5397" y="1739533"/>
            <a:ext cx="2213733" cy="1800837"/>
          </a:xfrm>
          <a:prstGeom prst="rect">
            <a:avLst/>
          </a:prstGeom>
        </p:spPr>
      </p:pic>
      <p:sp>
        <p:nvSpPr>
          <p:cNvPr id="23" name="Title 1"/>
          <p:cNvSpPr>
            <a:spLocks noGrp="1"/>
          </p:cNvSpPr>
          <p:nvPr>
            <p:ph type="ctrTitle" hasCustomPrompt="1"/>
          </p:nvPr>
        </p:nvSpPr>
        <p:spPr>
          <a:xfrm>
            <a:off x="4695060" y="2016804"/>
            <a:ext cx="3205162" cy="377190"/>
          </a:xfrm>
          <a:prstGeom prst="rect">
            <a:avLst/>
          </a:prstGeom>
        </p:spPr>
        <p:txBody>
          <a:bodyPr vert="horz" tIns="72000" bIns="0" anchor="b" anchorCtr="0"/>
          <a:lstStyle>
            <a:lvl1pPr algn="l">
              <a:lnSpc>
                <a:spcPts val="2540"/>
              </a:lnSpc>
              <a:defRPr sz="28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</a:lstStyle>
          <a:p>
            <a:r>
              <a:rPr lang="en-US" altLang="zh-CN"/>
              <a:t>DIVIDER</a:t>
            </a:r>
          </a:p>
        </p:txBody>
      </p:sp>
      <p:sp>
        <p:nvSpPr>
          <p:cNvPr id="24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5062" y="2393995"/>
            <a:ext cx="3205162" cy="500731"/>
          </a:xfrm>
          <a:prstGeom prst="rect">
            <a:avLst/>
          </a:prstGeom>
        </p:spPr>
        <p:txBody>
          <a:bodyPr/>
          <a:lstStyle>
            <a:lvl1pPr marL="0" marR="0" indent="0" algn="l" defTabSz="685783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chemeClr val="accent2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subtitle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2884636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5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7732565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分割页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0"/>
            <a:ext cx="9143391" cy="51435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5562882" y="2620653"/>
            <a:ext cx="3205162" cy="377190"/>
          </a:xfrm>
          <a:prstGeom prst="rect">
            <a:avLst/>
          </a:prstGeom>
        </p:spPr>
        <p:txBody>
          <a:bodyPr vert="horz" tIns="72000" bIns="0" anchor="b" anchorCtr="0"/>
          <a:lstStyle>
            <a:lvl1pPr algn="l">
              <a:lnSpc>
                <a:spcPts val="2540"/>
              </a:lnSpc>
              <a:defRPr sz="28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</a:lstStyle>
          <a:p>
            <a:r>
              <a:rPr lang="en-US" altLang="zh-CN"/>
              <a:t>DIVIDER</a:t>
            </a:r>
          </a:p>
        </p:txBody>
      </p:sp>
      <p:sp>
        <p:nvSpPr>
          <p:cNvPr id="7" name="文本占位符 8"/>
          <p:cNvSpPr>
            <a:spLocks noGrp="1"/>
          </p:cNvSpPr>
          <p:nvPr>
            <p:ph type="body" sz="quarter" idx="12" hasCustomPrompt="1"/>
          </p:nvPr>
        </p:nvSpPr>
        <p:spPr>
          <a:xfrm>
            <a:off x="5562273" y="2997844"/>
            <a:ext cx="3205771" cy="500731"/>
          </a:xfrm>
          <a:prstGeom prst="rect">
            <a:avLst/>
          </a:prstGeom>
        </p:spPr>
        <p:txBody>
          <a:bodyPr/>
          <a:lstStyle>
            <a:lvl1pPr marL="0" marR="0" indent="0" algn="l" defTabSz="685783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chemeClr val="accent2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subtitle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83751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_双行标题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平行四边形 3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hqprint">
            <a:alphaModFix amt="4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04929" y="2702413"/>
            <a:ext cx="1838114" cy="2209844"/>
          </a:xfrm>
          <a:prstGeom prst="rect">
            <a:avLst/>
          </a:prstGeom>
        </p:spPr>
      </p:pic>
      <p:sp>
        <p:nvSpPr>
          <p:cNvPr id="6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252865" y="197070"/>
            <a:ext cx="8298485" cy="511621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</a:lstStyle>
          <a:p>
            <a:pPr lvl="0"/>
            <a:r>
              <a:rPr kumimoji="1" lang="en-US" altLang="zh-CN"/>
              <a:t>Headline</a:t>
            </a:r>
          </a:p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52863" y="985520"/>
            <a:ext cx="8298999" cy="3505518"/>
          </a:xfrm>
          <a:prstGeom prst="rect">
            <a:avLst/>
          </a:prstGeom>
        </p:spPr>
        <p:txBody>
          <a:bodyPr/>
          <a:lstStyle>
            <a:lvl1pPr marL="171446" marR="0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60000"/>
              <a:buFont typeface="Arial" panose="020B0604020202020204" pitchFamily="34" charset="0"/>
              <a:buChar char="•"/>
              <a:defRPr sz="1400">
                <a:solidFill>
                  <a:schemeClr val="accent3"/>
                </a:solidFill>
              </a:defRPr>
            </a:lvl1pPr>
            <a:lvl2pPr>
              <a:lnSpc>
                <a:spcPct val="80000"/>
              </a:lnSpc>
              <a:buSzPct val="60000"/>
              <a:defRPr sz="1200">
                <a:solidFill>
                  <a:schemeClr val="bg2"/>
                </a:solidFill>
              </a:defRPr>
            </a:lvl2pPr>
          </a:lstStyle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67390035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_内页_单行标题01 j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6" y="457200"/>
            <a:ext cx="817739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66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9" y="762662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微软雅黑"/>
              <a:cs typeface="微软雅黑" charset="-122"/>
            </a:endParaRPr>
          </a:p>
        </p:txBody>
      </p:sp>
      <p:sp>
        <p:nvSpPr>
          <p:cNvPr id="4" name="文本占位符 6">
            <a:extLst>
              <a:ext uri="{FF2B5EF4-FFF2-40B4-BE49-F238E27FC236}">
                <a16:creationId xmlns:a16="http://schemas.microsoft.com/office/drawing/2014/main" id="{C5439D98-0BA4-71B3-A776-1DC4F016D6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4540" y="4752976"/>
            <a:ext cx="4400780" cy="139035"/>
          </a:xfrm>
          <a:prstGeom prst="rect">
            <a:avLst/>
          </a:prstGeom>
        </p:spPr>
        <p:txBody>
          <a:bodyPr wrap="none" anchor="b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600">
                <a:solidFill>
                  <a:schemeClr val="accent2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kumimoji="1" lang="en-US" altLang="zh-CN"/>
              <a:t>footnote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617530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974">
          <p15:clr>
            <a:srgbClr val="FBAE40"/>
          </p15:clr>
        </p15:guide>
        <p15:guide id="3" pos="7537">
          <p15:clr>
            <a:srgbClr val="FBAE40"/>
          </p15:clr>
        </p15:guide>
        <p15:guide id="4" orient="horz" pos="799">
          <p15:clr>
            <a:srgbClr val="FBAE40"/>
          </p15:clr>
        </p15:guide>
        <p15:guide id="6" pos="143">
          <p15:clr>
            <a:srgbClr val="FBAE40"/>
          </p15:clr>
        </p15:guide>
        <p15:guide id="8" orient="horz" pos="709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内页_双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364C3FE0-8E8E-EF4C-B43E-82FAACBCF055}"/>
              </a:ext>
            </a:extLst>
          </p:cNvPr>
          <p:cNvSpPr txBox="1"/>
          <p:nvPr userDrawn="1"/>
        </p:nvSpPr>
        <p:spPr>
          <a:xfrm>
            <a:off x="8411030" y="416560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sz="1800"/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2865" y="197070"/>
            <a:ext cx="8298485" cy="511621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lvl="0"/>
            <a:r>
              <a:rPr kumimoji="1" lang="en-US" altLang="zh-CN"/>
              <a:t>Headline</a:t>
            </a:r>
          </a:p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4" name="平行四边形 3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  <p:sp>
        <p:nvSpPr>
          <p:cNvPr id="5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52863" y="985520"/>
            <a:ext cx="8298999" cy="3505518"/>
          </a:xfrm>
          <a:prstGeom prst="rect">
            <a:avLst/>
          </a:prstGeom>
        </p:spPr>
        <p:txBody>
          <a:bodyPr/>
          <a:lstStyle>
            <a:lvl1pPr marL="171446" marR="0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60000"/>
              <a:buFont typeface="Arial" panose="020B0604020202020204" pitchFamily="34" charset="0"/>
              <a:buChar char="•"/>
              <a:tabLst/>
              <a:defRPr sz="1400">
                <a:solidFill>
                  <a:schemeClr val="accent3"/>
                </a:solidFill>
              </a:defRPr>
            </a:lvl1pPr>
            <a:lvl2pPr>
              <a:lnSpc>
                <a:spcPct val="80000"/>
              </a:lnSpc>
              <a:buSzPct val="60000"/>
              <a:defRPr sz="1200">
                <a:solidFill>
                  <a:schemeClr val="bg2"/>
                </a:solidFill>
              </a:defRPr>
            </a:lvl2pPr>
          </a:lstStyle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54289729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目录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1703" y="493777"/>
            <a:ext cx="3142517" cy="3046499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782" y="493777"/>
            <a:ext cx="3144359" cy="3046499"/>
          </a:xfrm>
          <a:prstGeom prst="rect">
            <a:avLst/>
          </a:prstGeom>
        </p:spPr>
      </p:pic>
      <p:sp>
        <p:nvSpPr>
          <p:cNvPr id="27" name="文本占位符 98">
            <a:extLst>
              <a:ext uri="{FF2B5EF4-FFF2-40B4-BE49-F238E27FC236}">
                <a16:creationId xmlns:a16="http://schemas.microsoft.com/office/drawing/2014/main" id="{3967BC1D-40CE-EC47-86B1-C48EA5D07BE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884130" y="1403718"/>
            <a:ext cx="1490090" cy="27368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CONTENT</a:t>
            </a:r>
          </a:p>
        </p:txBody>
      </p:sp>
      <p:sp>
        <p:nvSpPr>
          <p:cNvPr id="28" name="文本占位符 98">
            <a:extLst>
              <a:ext uri="{FF2B5EF4-FFF2-40B4-BE49-F238E27FC236}">
                <a16:creationId xmlns:a16="http://schemas.microsoft.com/office/drawing/2014/main" id="{3967BC1D-40CE-EC47-86B1-C48EA5D07B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29241" y="1403718"/>
            <a:ext cx="4989369" cy="2995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Table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Content</a:t>
            </a:r>
          </a:p>
        </p:txBody>
      </p:sp>
      <p:sp>
        <p:nvSpPr>
          <p:cNvPr id="29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45629" y="1695079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1</a:t>
            </a:r>
          </a:p>
        </p:txBody>
      </p:sp>
      <p:sp>
        <p:nvSpPr>
          <p:cNvPr id="30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45629" y="1950035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33" name="平行四边形 32"/>
          <p:cNvSpPr/>
          <p:nvPr userDrawn="1"/>
        </p:nvSpPr>
        <p:spPr>
          <a:xfrm flipH="1">
            <a:off x="3951219" y="1835159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  <p:sp>
        <p:nvSpPr>
          <p:cNvPr id="34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145629" y="2195056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2</a:t>
            </a:r>
          </a:p>
        </p:txBody>
      </p:sp>
      <p:sp>
        <p:nvSpPr>
          <p:cNvPr id="35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45629" y="2450012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36" name="平行四边形 35"/>
          <p:cNvSpPr/>
          <p:nvPr userDrawn="1"/>
        </p:nvSpPr>
        <p:spPr>
          <a:xfrm flipH="1">
            <a:off x="3951219" y="2335136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  <p:sp>
        <p:nvSpPr>
          <p:cNvPr id="37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45629" y="2698343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3</a:t>
            </a:r>
          </a:p>
        </p:txBody>
      </p:sp>
      <p:sp>
        <p:nvSpPr>
          <p:cNvPr id="38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45629" y="2953300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39" name="平行四边形 38"/>
          <p:cNvSpPr/>
          <p:nvPr userDrawn="1"/>
        </p:nvSpPr>
        <p:spPr>
          <a:xfrm flipH="1">
            <a:off x="3951219" y="2838423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  <p:sp>
        <p:nvSpPr>
          <p:cNvPr id="40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145629" y="3198320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4</a:t>
            </a:r>
          </a:p>
        </p:txBody>
      </p:sp>
      <p:sp>
        <p:nvSpPr>
          <p:cNvPr id="41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145629" y="3453277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42" name="平行四边形 41"/>
          <p:cNvSpPr/>
          <p:nvPr userDrawn="1"/>
        </p:nvSpPr>
        <p:spPr>
          <a:xfrm flipH="1">
            <a:off x="3951219" y="3338400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  <p:sp>
        <p:nvSpPr>
          <p:cNvPr id="43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145629" y="3698297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5</a:t>
            </a:r>
          </a:p>
        </p:txBody>
      </p:sp>
      <p:sp>
        <p:nvSpPr>
          <p:cNvPr id="44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145629" y="3953254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48" name="文本占位符 98">
            <a:extLst>
              <a:ext uri="{FF2B5EF4-FFF2-40B4-BE49-F238E27FC236}">
                <a16:creationId xmlns:a16="http://schemas.microsoft.com/office/drawing/2014/main" id="{4AE60C1D-05A1-994E-8D6C-C29AB3EDF2B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45629" y="4202686"/>
            <a:ext cx="4672983" cy="246793"/>
          </a:xfrm>
          <a:prstGeom prst="rect">
            <a:avLst/>
          </a:prstGeom>
        </p:spPr>
        <p:txBody>
          <a:bodyPr tIns="0" bIns="0" anchor="b" anchorCtr="0">
            <a:noAutofit/>
          </a:bodyPr>
          <a:lstStyle>
            <a:lvl1pPr marL="0" indent="0">
              <a:buNone/>
              <a:defRPr sz="12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6</a:t>
            </a:r>
          </a:p>
        </p:txBody>
      </p:sp>
      <p:sp>
        <p:nvSpPr>
          <p:cNvPr id="51" name="文本占位符 98">
            <a:extLst>
              <a:ext uri="{FF2B5EF4-FFF2-40B4-BE49-F238E27FC236}">
                <a16:creationId xmlns:a16="http://schemas.microsoft.com/office/drawing/2014/main" id="{783C90ED-AFAA-6C42-BE39-54CFBE72E1F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45629" y="4457642"/>
            <a:ext cx="4672983" cy="196149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000" b="0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en-US" altLang="zh-CN"/>
              <a:t>subtitle</a:t>
            </a:r>
          </a:p>
        </p:txBody>
      </p:sp>
      <p:sp>
        <p:nvSpPr>
          <p:cNvPr id="2" name="平行四边形 1">
            <a:extLst>
              <a:ext uri="{FF2B5EF4-FFF2-40B4-BE49-F238E27FC236}">
                <a16:creationId xmlns:a16="http://schemas.microsoft.com/office/drawing/2014/main" id="{484D00F8-89D7-C39A-CF7E-B270957AEC22}"/>
              </a:ext>
            </a:extLst>
          </p:cNvPr>
          <p:cNvSpPr/>
          <p:nvPr userDrawn="1"/>
        </p:nvSpPr>
        <p:spPr>
          <a:xfrm flipH="1">
            <a:off x="3951219" y="3781061"/>
            <a:ext cx="144000" cy="28800"/>
          </a:xfrm>
          <a:prstGeom prst="parallelogram">
            <a:avLst>
              <a:gd name="adj" fmla="val 4706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solidFill>
                <a:schemeClr val="accent2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706998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面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074F4650-B7BE-BC48-BD43-B96796F545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12" name="组 11"/>
          <p:cNvGrpSpPr/>
          <p:nvPr userDrawn="1"/>
        </p:nvGrpSpPr>
        <p:grpSpPr>
          <a:xfrm>
            <a:off x="969016" y="662913"/>
            <a:ext cx="2525195" cy="332358"/>
            <a:chOff x="672836" y="577744"/>
            <a:chExt cx="2525195" cy="332358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72836" y="577744"/>
              <a:ext cx="1421180" cy="332358"/>
            </a:xfrm>
            <a:prstGeom prst="rect">
              <a:avLst/>
            </a:prstGeom>
          </p:spPr>
        </p:pic>
        <p:cxnSp>
          <p:nvCxnSpPr>
            <p:cNvPr id="15" name="直线连接符 14"/>
            <p:cNvCxnSpPr/>
            <p:nvPr/>
          </p:nvCxnSpPr>
          <p:spPr>
            <a:xfrm>
              <a:off x="2215837" y="671984"/>
              <a:ext cx="0" cy="125809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37659" y="638254"/>
              <a:ext cx="860372" cy="1678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9712743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>
            <a:extLst>
              <a:ext uri="{FF2B5EF4-FFF2-40B4-BE49-F238E27FC236}">
                <a16:creationId xmlns:a16="http://schemas.microsoft.com/office/drawing/2014/main" id="{B8809E84-B289-68AE-36BD-B5892A8B73F6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77080896"/>
              </p:ext>
            </p:extLst>
          </p:nvPr>
        </p:nvGraphicFramePr>
        <p:xfrm>
          <a:off x="1590" y="1590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99" imgH="499" progId="TCLayout.ActiveDocument.1">
                  <p:embed/>
                </p:oleObj>
              </mc:Choice>
              <mc:Fallback>
                <p:oleObj name="think-cell 幻灯片" r:id="rId3" imgW="499" imgH="499" progId="TCLayout.ActiveDocument.1">
                  <p:embed/>
                  <p:pic>
                    <p:nvPicPr>
                      <p:cNvPr id="2" name="对象 1" hidden="1">
                        <a:extLst>
                          <a:ext uri="{FF2B5EF4-FFF2-40B4-BE49-F238E27FC236}">
                            <a16:creationId xmlns:a16="http://schemas.microsoft.com/office/drawing/2014/main" id="{B8809E84-B289-68AE-36BD-B5892A8B73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0" y="1590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平行四边形 2"/>
          <p:cNvSpPr/>
          <p:nvPr userDrawn="1"/>
        </p:nvSpPr>
        <p:spPr>
          <a:xfrm flipH="1">
            <a:off x="330449" y="762662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微软雅黑"/>
              <a:cs typeface="微软雅黑" charset="-122"/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DBC123F0-2DCD-B97F-2C0C-B95D98B965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2864" y="114501"/>
            <a:ext cx="8640313" cy="570880"/>
          </a:xfrm>
          <a:prstGeom prst="rect">
            <a:avLst/>
          </a:prstGeom>
        </p:spPr>
        <p:txBody>
          <a:bodyPr vert="horz" tIns="0" bIns="0" anchor="b"/>
          <a:lstStyle>
            <a:lvl1pPr algn="l">
              <a:lnSpc>
                <a:spcPct val="100000"/>
              </a:lnSpc>
              <a:defRPr sz="1800">
                <a:solidFill>
                  <a:schemeClr val="accent2"/>
                </a:solidFill>
                <a:latin typeface="+mn-lt"/>
              </a:defRPr>
            </a:lvl1pPr>
          </a:lstStyle>
          <a:p>
            <a:br>
              <a:rPr lang="en-US" altLang="zh-CN"/>
            </a:br>
            <a:br>
              <a:rPr lang="en-US" altLang="zh-CN"/>
            </a:br>
            <a:r>
              <a:rPr lang="en-US" altLang="zh-CN"/>
              <a:t>Headline</a:t>
            </a:r>
            <a:br>
              <a:rPr lang="en-US" altLang="zh-CN"/>
            </a:br>
            <a:r>
              <a:rPr lang="en-US" altLang="zh-CN"/>
              <a:t>Headline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89788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94">
          <p15:clr>
            <a:srgbClr val="FBAE40"/>
          </p15:clr>
        </p15:guide>
        <p15:guide id="2" orient="horz" pos="441">
          <p15:clr>
            <a:srgbClr val="FBAE40"/>
          </p15:clr>
        </p15:guide>
        <p15:guide id="3" orient="horz" pos="577">
          <p15:clr>
            <a:srgbClr val="FBAE40"/>
          </p15:clr>
        </p15:guide>
        <p15:guide id="4" orient="horz" pos="2952">
          <p15:clr>
            <a:srgbClr val="FBAE40"/>
          </p15:clr>
        </p15:guide>
        <p15:guide id="5" pos="2880">
          <p15:clr>
            <a:srgbClr val="FBAE40"/>
          </p15:clr>
        </p15:guide>
        <p15:guide id="6" pos="158">
          <p15:clr>
            <a:srgbClr val="FBAE40"/>
          </p15:clr>
        </p15:guide>
        <p15:guide id="7" pos="5602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3_内页_单行标题01 j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7" y="457200"/>
            <a:ext cx="817739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49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9" y="762663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37648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974">
          <p15:clr>
            <a:srgbClr val="FBAE40"/>
          </p15:clr>
        </p15:guide>
        <p15:guide id="3" pos="7242">
          <p15:clr>
            <a:srgbClr val="FBAE40"/>
          </p15:clr>
        </p15:guide>
        <p15:guide id="4" orient="horz" pos="531">
          <p15:clr>
            <a:srgbClr val="FBAE40"/>
          </p15:clr>
        </p15:guide>
        <p15:guide id="6" pos="158">
          <p15:clr>
            <a:srgbClr val="FBAE40"/>
          </p15:clr>
        </p15:guide>
        <p15:guide id="7" pos="5602">
          <p15:clr>
            <a:srgbClr val="FBAE40"/>
          </p15:clr>
        </p15:guide>
        <p15:guide id="8" orient="horz" pos="622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封面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5AF2E7A-9910-CB1F-3CA6-CB50AF67056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234536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6" imgH="428" progId="TCLayout.ActiveDocument.1">
                  <p:embed/>
                </p:oleObj>
              </mc:Choice>
              <mc:Fallback>
                <p:oleObj name="think-cell 幻灯片" r:id="rId3" imgW="426" imgH="42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5AF2E7A-9910-CB1F-3CA6-CB50AF6705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5">
            <a:extLst>
              <a:ext uri="{FF2B5EF4-FFF2-40B4-BE49-F238E27FC236}">
                <a16:creationId xmlns:a16="http://schemas.microsoft.com/office/drawing/2014/main" id="{725C3573-3C4E-D539-FD3B-8266D872C7A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12" name="组 11"/>
          <p:cNvGrpSpPr/>
          <p:nvPr userDrawn="1"/>
        </p:nvGrpSpPr>
        <p:grpSpPr>
          <a:xfrm>
            <a:off x="969016" y="662913"/>
            <a:ext cx="2525195" cy="332358"/>
            <a:chOff x="672836" y="577744"/>
            <a:chExt cx="2525195" cy="332358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72836" y="577744"/>
              <a:ext cx="1421180" cy="332358"/>
            </a:xfrm>
            <a:prstGeom prst="rect">
              <a:avLst/>
            </a:prstGeom>
          </p:spPr>
        </p:pic>
        <p:cxnSp>
          <p:nvCxnSpPr>
            <p:cNvPr id="15" name="直线连接符 14"/>
            <p:cNvCxnSpPr/>
            <p:nvPr/>
          </p:nvCxnSpPr>
          <p:spPr>
            <a:xfrm>
              <a:off x="2215837" y="671984"/>
              <a:ext cx="0" cy="125809"/>
            </a:xfrm>
            <a:prstGeom prst="line">
              <a:avLst/>
            </a:prstGeom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37659" y="638254"/>
              <a:ext cx="860372" cy="167869"/>
            </a:xfrm>
            <a:prstGeom prst="rect">
              <a:avLst/>
            </a:prstGeom>
          </p:spPr>
        </p:pic>
      </p:grpSp>
      <p:sp>
        <p:nvSpPr>
          <p:cNvPr id="18" name="矩形 17"/>
          <p:cNvSpPr/>
          <p:nvPr userDrawn="1"/>
        </p:nvSpPr>
        <p:spPr>
          <a:xfrm>
            <a:off x="0" y="4885924"/>
            <a:ext cx="9144000" cy="2575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578942"/>
      </p:ext>
    </p:extLst>
  </p:cSld>
  <p:clrMapOvr>
    <a:masterClrMapping/>
  </p:clrMapOvr>
  <p:hf sldNum="0" hdr="0" ftr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6A84E2A-2C4B-1F4E-9F04-191F2A4353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20506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6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66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9" y="762662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  <p:sp>
        <p:nvSpPr>
          <p:cNvPr id="4" name="文本占位符 6">
            <a:extLst>
              <a:ext uri="{FF2B5EF4-FFF2-40B4-BE49-F238E27FC236}">
                <a16:creationId xmlns:a16="http://schemas.microsoft.com/office/drawing/2014/main" id="{7DFF7169-F5DA-6179-E3B7-95E0AAECB61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2866" y="4703446"/>
            <a:ext cx="6223864" cy="1619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675">
                <a:solidFill>
                  <a:schemeClr val="accent2"/>
                </a:solidFill>
              </a:defRPr>
            </a:lvl1pPr>
            <a:lvl2pPr>
              <a:defRPr sz="750"/>
            </a:lvl2pPr>
            <a:lvl3pPr>
              <a:defRPr sz="675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kumimoji="1" lang="en-US" altLang="zh-CN"/>
              <a:t>footnote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5136063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074F4650-B7BE-BC48-BD43-B96796F545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78354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5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168456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内页_单行标题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占位符 13">
            <a:extLst>
              <a:ext uri="{FF2B5EF4-FFF2-40B4-BE49-F238E27FC236}">
                <a16:creationId xmlns:a16="http://schemas.microsoft.com/office/drawing/2014/main" id="{F4CEBD87-A0F4-9948-B6EB-4D0F387A4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2865" y="457200"/>
            <a:ext cx="8298485" cy="251490"/>
          </a:xfrm>
          <a:prstGeom prst="rect">
            <a:avLst/>
          </a:prstGeom>
        </p:spPr>
        <p:txBody>
          <a:bodyPr lIns="90000" tIns="90000" bIns="0" anchor="b" anchorCtr="0"/>
          <a:lstStyle>
            <a:lvl1pPr marL="0" marR="0" indent="0" algn="l" defTabSz="685783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>
                <a:solidFill>
                  <a:schemeClr val="accent2"/>
                </a:solidFill>
                <a:latin typeface="+mn-lt"/>
                <a:ea typeface="+mn-ea"/>
                <a:cs typeface="Calibri" charset="0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ts val="132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Headline</a:t>
            </a:r>
            <a:endParaRPr kumimoji="1" lang="zh-CN" altLang="en-US"/>
          </a:p>
        </p:txBody>
      </p:sp>
      <p:sp>
        <p:nvSpPr>
          <p:cNvPr id="3" name="平行四边形 2"/>
          <p:cNvSpPr/>
          <p:nvPr userDrawn="1"/>
        </p:nvSpPr>
        <p:spPr>
          <a:xfrm flipH="1">
            <a:off x="330448" y="762661"/>
            <a:ext cx="406635" cy="68297"/>
          </a:xfrm>
          <a:prstGeom prst="parallelogram">
            <a:avLst>
              <a:gd name="adj" fmla="val 9472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0" i="0">
              <a:solidFill>
                <a:schemeClr val="bg1"/>
              </a:solidFill>
              <a:latin typeface="+mn-lt"/>
              <a:ea typeface="+mn-ea"/>
              <a:cs typeface="微软雅黑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252863" y="985520"/>
            <a:ext cx="8298999" cy="3505518"/>
          </a:xfrm>
          <a:prstGeom prst="rect">
            <a:avLst/>
          </a:prstGeom>
        </p:spPr>
        <p:txBody>
          <a:bodyPr/>
          <a:lstStyle>
            <a:lvl1pPr marL="171446" marR="0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60000"/>
              <a:buFont typeface="Arial" panose="020B0604020202020204" pitchFamily="34" charset="0"/>
              <a:buChar char="•"/>
              <a:tabLst/>
              <a:defRPr sz="1400">
                <a:solidFill>
                  <a:schemeClr val="accent3"/>
                </a:solidFill>
              </a:defRPr>
            </a:lvl1pPr>
            <a:lvl2pPr>
              <a:lnSpc>
                <a:spcPct val="80000"/>
              </a:lnSpc>
              <a:buSzPct val="60000"/>
              <a:defRPr sz="1200">
                <a:solidFill>
                  <a:schemeClr val="bg2"/>
                </a:solidFill>
              </a:defRPr>
            </a:lvl2pPr>
          </a:lstStyle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  <a:p>
            <a:r>
              <a:rPr lang="en-US" altLang="zh-CN"/>
              <a:t>Title</a:t>
            </a:r>
          </a:p>
          <a:p>
            <a:pPr lvl="1"/>
            <a:r>
              <a:rPr lang="en-US" altLang="zh-CN"/>
              <a:t>Subtitle</a:t>
            </a:r>
          </a:p>
          <a:p>
            <a:pPr lvl="1"/>
            <a:r>
              <a:rPr lang="en-US" altLang="zh-CN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900849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分割页(备选)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75D60ED-C611-0742-B0D0-0637BED47F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5398" y="1739534"/>
            <a:ext cx="2213733" cy="1800837"/>
          </a:xfrm>
          <a:prstGeom prst="rect">
            <a:avLst/>
          </a:prstGeom>
        </p:spPr>
      </p:pic>
      <p:sp>
        <p:nvSpPr>
          <p:cNvPr id="23" name="Title 1"/>
          <p:cNvSpPr>
            <a:spLocks noGrp="1"/>
          </p:cNvSpPr>
          <p:nvPr>
            <p:ph type="ctrTitle" hasCustomPrompt="1"/>
          </p:nvPr>
        </p:nvSpPr>
        <p:spPr>
          <a:xfrm>
            <a:off x="4695060" y="2016804"/>
            <a:ext cx="3205162" cy="377190"/>
          </a:xfrm>
          <a:prstGeom prst="rect">
            <a:avLst/>
          </a:prstGeom>
        </p:spPr>
        <p:txBody>
          <a:bodyPr vert="horz" tIns="72000" bIns="0" anchor="b" anchorCtr="0"/>
          <a:lstStyle>
            <a:lvl1pPr algn="l">
              <a:lnSpc>
                <a:spcPts val="2540"/>
              </a:lnSpc>
              <a:defRPr sz="2800" b="1" i="0">
                <a:solidFill>
                  <a:schemeClr val="accent2"/>
                </a:solidFill>
                <a:latin typeface="+mn-lt"/>
                <a:ea typeface="+mn-ea"/>
                <a:cs typeface="微软雅黑" charset="-122"/>
              </a:defRPr>
            </a:lvl1pPr>
          </a:lstStyle>
          <a:p>
            <a:r>
              <a:rPr lang="en-US" altLang="zh-CN"/>
              <a:t>DIVIDER</a:t>
            </a:r>
          </a:p>
        </p:txBody>
      </p:sp>
      <p:sp>
        <p:nvSpPr>
          <p:cNvPr id="24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5063" y="2393996"/>
            <a:ext cx="3205162" cy="500731"/>
          </a:xfrm>
          <a:prstGeom prst="rect">
            <a:avLst/>
          </a:prstGeom>
        </p:spPr>
        <p:txBody>
          <a:bodyPr/>
          <a:lstStyle>
            <a:lvl1pPr marL="0" marR="0" indent="0" algn="l" defTabSz="685766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chemeClr val="accent2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685766" rtl="0" eaLnBrk="1" fontAlgn="auto" latinLnBrk="0" hangingPunct="1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/>
              <a:t>subtitle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659562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tags" Target="../tags/tag2.xml"/><Relationship Id="rId16" Type="http://schemas.openxmlformats.org/officeDocument/2006/relationships/oleObject" Target="../embeddings/oleObject1.bin"/><Relationship Id="rId17" Type="http://schemas.openxmlformats.org/officeDocument/2006/relationships/image" Target="../media/image1.emf"/><Relationship Id="rId18" Type="http://schemas.openxmlformats.org/officeDocument/2006/relationships/image" Target="../media/image2.png"/><Relationship Id="rId19" Type="http://schemas.openxmlformats.org/officeDocument/2006/relationships/image" Target="../media/image3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3.xml"/><Relationship Id="rId11" Type="http://schemas.openxmlformats.org/officeDocument/2006/relationships/theme" Target="../theme/theme2.xml"/><Relationship Id="rId12" Type="http://schemas.openxmlformats.org/officeDocument/2006/relationships/tags" Target="../tags/tag4.xml"/><Relationship Id="rId13" Type="http://schemas.openxmlformats.org/officeDocument/2006/relationships/oleObject" Target="../embeddings/oleObject3.bin"/><Relationship Id="rId14" Type="http://schemas.openxmlformats.org/officeDocument/2006/relationships/image" Target="../media/image1.emf"/><Relationship Id="rId15" Type="http://schemas.openxmlformats.org/officeDocument/2006/relationships/image" Target="../media/image2.png"/><Relationship Id="rId16" Type="http://schemas.openxmlformats.org/officeDocument/2006/relationships/image" Target="../media/image3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37.xml"/><Relationship Id="rId15" Type="http://schemas.openxmlformats.org/officeDocument/2006/relationships/theme" Target="../theme/theme3.xml"/><Relationship Id="rId16" Type="http://schemas.openxmlformats.org/officeDocument/2006/relationships/tags" Target="../tags/tag5.xml"/><Relationship Id="rId17" Type="http://schemas.openxmlformats.org/officeDocument/2006/relationships/oleObject" Target="../embeddings/oleObject4.bin"/><Relationship Id="rId18" Type="http://schemas.openxmlformats.org/officeDocument/2006/relationships/image" Target="../media/image1.emf"/><Relationship Id="rId19" Type="http://schemas.openxmlformats.org/officeDocument/2006/relationships/image" Target="../media/image2.png"/><Relationship Id="rId20" Type="http://schemas.openxmlformats.org/officeDocument/2006/relationships/image" Target="../media/image3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9.xml"/><Relationship Id="rId3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1.xml"/><Relationship Id="rId5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4.xml"/><Relationship Id="rId8" Type="http://schemas.openxmlformats.org/officeDocument/2006/relationships/slideLayout" Target="../slideLayouts/slideLayout45.xml"/><Relationship Id="rId9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49.xml"/><Relationship Id="rId13" Type="http://schemas.openxmlformats.org/officeDocument/2006/relationships/slideLayout" Target="../slideLayouts/slideLayout50.xml"/><Relationship Id="rId14" Type="http://schemas.openxmlformats.org/officeDocument/2006/relationships/slideLayout" Target="../slideLayouts/slideLayout51.xml"/><Relationship Id="rId15" Type="http://schemas.openxmlformats.org/officeDocument/2006/relationships/theme" Target="../theme/theme4.xml"/><Relationship Id="rId16" Type="http://schemas.openxmlformats.org/officeDocument/2006/relationships/tags" Target="../tags/tag7.xml"/><Relationship Id="rId17" Type="http://schemas.openxmlformats.org/officeDocument/2006/relationships/oleObject" Target="../embeddings/oleObject1.bin"/><Relationship Id="rId18" Type="http://schemas.openxmlformats.org/officeDocument/2006/relationships/image" Target="../media/image1.emf"/><Relationship Id="rId19" Type="http://schemas.openxmlformats.org/officeDocument/2006/relationships/image" Target="../media/image2.png"/><Relationship Id="rId20" Type="http://schemas.openxmlformats.org/officeDocument/2006/relationships/image" Target="../media/image3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slideLayout" Target="../slideLayouts/slideLayout53.xml"/><Relationship Id="rId3" Type="http://schemas.openxmlformats.org/officeDocument/2006/relationships/slideLayout" Target="../slideLayouts/slideLayout54.xml"/><Relationship Id="rId4" Type="http://schemas.openxmlformats.org/officeDocument/2006/relationships/slideLayout" Target="../slideLayouts/slideLayout55.xml"/><Relationship Id="rId5" Type="http://schemas.openxmlformats.org/officeDocument/2006/relationships/theme" Target="../theme/theme5.xml"/><Relationship Id="rId6" Type="http://schemas.openxmlformats.org/officeDocument/2006/relationships/tags" Target="../tags/tag10.xml"/><Relationship Id="rId7" Type="http://schemas.openxmlformats.org/officeDocument/2006/relationships/oleObject" Target="../embeddings/oleObject7.bin"/><Relationship Id="rId8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>
            <a:extLst>
              <a:ext uri="{FF2B5EF4-FFF2-40B4-BE49-F238E27FC236}">
                <a16:creationId xmlns:a16="http://schemas.microsoft.com/office/drawing/2014/main" id="{E79A7EB2-9CE1-4D8E-8F57-460CC99D2F5C}"/>
              </a:ext>
            </a:extLst>
          </p:cNvPr>
          <p:cNvGraphicFramePr>
            <a:graphicFrameLocks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444493146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6" imgW="498" imgH="499" progId="TCLayout.ActiveDocument.1">
                  <p:embed/>
                </p:oleObj>
              </mc:Choice>
              <mc:Fallback>
                <p:oleObj name="think-cell 幻灯片" r:id="rId16" imgW="498" imgH="499" progId="TCLayout.ActiveDocument.1">
                  <p:embed/>
                  <p:pic>
                    <p:nvPicPr>
                      <p:cNvPr id="2" name="对象 1" hidden="1">
                        <a:extLst>
                          <a:ext uri="{FF2B5EF4-FFF2-40B4-BE49-F238E27FC236}">
                            <a16:creationId xmlns:a16="http://schemas.microsoft.com/office/drawing/2014/main" id="{E79A7EB2-9CE1-4D8E-8F57-460CC99D2F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BA14E659-BB39-174E-9402-AA8916C8B643}"/>
              </a:ext>
            </a:extLst>
          </p:cNvPr>
          <p:cNvSpPr/>
          <p:nvPr userDrawn="1"/>
        </p:nvSpPr>
        <p:spPr>
          <a:xfrm>
            <a:off x="0" y="4911538"/>
            <a:ext cx="9144000" cy="231962"/>
          </a:xfrm>
          <a:prstGeom prst="rect">
            <a:avLst/>
          </a:prstGeom>
          <a:solidFill>
            <a:srgbClr val="2227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D22A871-F3FE-0947-902A-9D091039DD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" t="3" r="28927" b="-13671"/>
          <a:stretch/>
        </p:blipFill>
        <p:spPr>
          <a:xfrm>
            <a:off x="8118476" y="4980930"/>
            <a:ext cx="732562" cy="105143"/>
          </a:xfrm>
          <a:prstGeom prst="rect">
            <a:avLst/>
          </a:prstGeom>
        </p:spPr>
      </p:pic>
      <p:sp>
        <p:nvSpPr>
          <p:cNvPr id="9" name="灯片编号占位符 15">
            <a:extLst>
              <a:ext uri="{FF2B5EF4-FFF2-40B4-BE49-F238E27FC236}">
                <a16:creationId xmlns:a16="http://schemas.microsoft.com/office/drawing/2014/main" id="{132D59C2-33B9-364A-8498-46C9120D3291}"/>
              </a:ext>
            </a:extLst>
          </p:cNvPr>
          <p:cNvSpPr txBox="1">
            <a:spLocks/>
          </p:cNvSpPr>
          <p:nvPr userDrawn="1"/>
        </p:nvSpPr>
        <p:spPr>
          <a:xfrm>
            <a:off x="8803481" y="4914304"/>
            <a:ext cx="340519" cy="2256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defPPr>
              <a:defRPr lang="en-US"/>
            </a:defPPr>
            <a:lvl1pPr marL="0" algn="ctr" defTabSz="457200" rtl="0" eaLnBrk="1" latinLnBrk="0" hangingPunct="1">
              <a:defRPr lang="zh-CN" altLang="en-US" sz="825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0919C-040B-4E15-BEFD-00473F94A546}" type="slidenum">
              <a:rPr lang="en-US" altLang="zh-CN" sz="825" b="0" i="0" smtClean="0">
                <a:latin typeface="Calibri" panose="020F0502020204030204" pitchFamily="34" charset="0"/>
                <a:ea typeface="微软雅黑" charset="-122"/>
                <a:cs typeface="Calibri" panose="020F0502020204030204" pitchFamily="34" charset="0"/>
              </a:rPr>
              <a:pPr/>
              <a:t>‹#›</a:t>
            </a:fld>
            <a:endParaRPr lang="en-US" sz="825" b="0" i="0">
              <a:latin typeface="Calibri" panose="020F0502020204030204" pitchFamily="34" charset="0"/>
              <a:ea typeface="微软雅黑" charset="-122"/>
              <a:cs typeface="Calibri" panose="020F0502020204030204" pitchFamily="34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92031C5-3BAC-44E2-944C-EAEFC9714434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435615" y="0"/>
          <a:ext cx="405000" cy="4657500"/>
        </p:xfrm>
        <a:graphic>
          <a:graphicData uri="http://schemas.openxmlformats.org/drawingml/2006/table">
            <a:tbl>
              <a:tblPr/>
              <a:tblGrid>
                <a:gridCol w="405000">
                  <a:extLst>
                    <a:ext uri="{9D8B030D-6E8A-4147-A177-3AD203B41FA5}">
                      <a16:colId xmlns:a16="http://schemas.microsoft.com/office/drawing/2014/main" val="2380450784"/>
                    </a:ext>
                  </a:extLst>
                </a:gridCol>
              </a:tblGrid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24354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29608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112333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3900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500618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942051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85443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6488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53844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85317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51332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84901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368548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60375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8568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668391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4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411036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97566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75000"/>
                        <a:lumOff val="2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69482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5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19076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98513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46888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119711"/>
                  </a:ext>
                </a:extLst>
              </a:tr>
            </a:tbl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18A5288C-412C-8BC1-B5ED-8096374DFD72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9186863" y="0"/>
            <a:ext cx="976320" cy="657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178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1" r:id="rId1"/>
    <p:sldLayoutId id="2147484112" r:id="rId2"/>
    <p:sldLayoutId id="2147484113" r:id="rId3"/>
    <p:sldLayoutId id="2147484114" r:id="rId4"/>
    <p:sldLayoutId id="2147484116" r:id="rId5"/>
    <p:sldLayoutId id="2147484121" r:id="rId6"/>
    <p:sldLayoutId id="2147484332" r:id="rId7"/>
    <p:sldLayoutId id="2147484458" r:id="rId8"/>
    <p:sldLayoutId id="2147484456" r:id="rId9"/>
    <p:sldLayoutId id="2147484459" r:id="rId10"/>
    <p:sldLayoutId id="2147484460" r:id="rId11"/>
    <p:sldLayoutId id="2147484463" r:id="rId12"/>
    <p:sldLayoutId id="2147484464" r:id="rId13"/>
  </p:sldLayoutIdLst>
  <p:hf sldNum="0" hdr="0" ftr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>
            <a:extLst>
              <a:ext uri="{FF2B5EF4-FFF2-40B4-BE49-F238E27FC236}">
                <a16:creationId xmlns:a16="http://schemas.microsoft.com/office/drawing/2014/main" id="{E79A7EB2-9CE1-4D8E-8F57-460CC99D2F5C}"/>
              </a:ext>
            </a:extLst>
          </p:cNvPr>
          <p:cNvGraphicFramePr>
            <a:graphicFrameLocks/>
          </p:cNvGraphicFramePr>
          <p:nvPr userDrawn="1"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2230385943"/>
              </p:ext>
            </p:extLst>
          </p:nvPr>
        </p:nvGraphicFramePr>
        <p:xfrm>
          <a:off x="1192" y="1192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3" imgW="498" imgH="499" progId="TCLayout.ActiveDocument.1">
                  <p:embed/>
                </p:oleObj>
              </mc:Choice>
              <mc:Fallback>
                <p:oleObj name="think-cell 幻灯片" r:id="rId13" imgW="498" imgH="499" progId="TCLayout.ActiveDocument.1">
                  <p:embed/>
                  <p:pic>
                    <p:nvPicPr>
                      <p:cNvPr id="2" name="对象 1" hidden="1">
                        <a:extLst>
                          <a:ext uri="{FF2B5EF4-FFF2-40B4-BE49-F238E27FC236}">
                            <a16:creationId xmlns:a16="http://schemas.microsoft.com/office/drawing/2014/main" id="{E79A7EB2-9CE1-4D8E-8F57-460CC99D2F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192" y="1192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BA14E659-BB39-174E-9402-AA8916C8B643}"/>
              </a:ext>
            </a:extLst>
          </p:cNvPr>
          <p:cNvSpPr/>
          <p:nvPr userDrawn="1"/>
        </p:nvSpPr>
        <p:spPr>
          <a:xfrm>
            <a:off x="0" y="4911538"/>
            <a:ext cx="9144000" cy="231962"/>
          </a:xfrm>
          <a:prstGeom prst="rect">
            <a:avLst/>
          </a:prstGeom>
          <a:solidFill>
            <a:srgbClr val="2227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D22A871-F3FE-0947-902A-9D091039DD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" t="3" r="28927" b="-13671"/>
          <a:stretch/>
        </p:blipFill>
        <p:spPr>
          <a:xfrm>
            <a:off x="8118477" y="4980931"/>
            <a:ext cx="732562" cy="105143"/>
          </a:xfrm>
          <a:prstGeom prst="rect">
            <a:avLst/>
          </a:prstGeom>
        </p:spPr>
      </p:pic>
      <p:sp>
        <p:nvSpPr>
          <p:cNvPr id="9" name="灯片编号占位符 15">
            <a:extLst>
              <a:ext uri="{FF2B5EF4-FFF2-40B4-BE49-F238E27FC236}">
                <a16:creationId xmlns:a16="http://schemas.microsoft.com/office/drawing/2014/main" id="{132D59C2-33B9-364A-8498-46C9120D3291}"/>
              </a:ext>
            </a:extLst>
          </p:cNvPr>
          <p:cNvSpPr txBox="1">
            <a:spLocks/>
          </p:cNvSpPr>
          <p:nvPr userDrawn="1"/>
        </p:nvSpPr>
        <p:spPr>
          <a:xfrm>
            <a:off x="8803482" y="4914305"/>
            <a:ext cx="340519" cy="2256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defPPr>
              <a:defRPr lang="en-US"/>
            </a:defPPr>
            <a:lvl1pPr marL="0" algn="ctr" defTabSz="457200" rtl="0" eaLnBrk="1" latinLnBrk="0" hangingPunct="1">
              <a:defRPr lang="zh-CN" altLang="en-US" sz="825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0919C-040B-4E15-BEFD-00473F94A546}" type="slidenum">
              <a:rPr lang="en-US" altLang="zh-CN" sz="825" b="0" i="0" smtClean="0">
                <a:latin typeface="Calibri" panose="020F0502020204030204" pitchFamily="34" charset="0"/>
                <a:ea typeface="微软雅黑" charset="-122"/>
                <a:cs typeface="Calibri" panose="020F0502020204030204" pitchFamily="34" charset="0"/>
              </a:rPr>
              <a:pPr/>
              <a:t>‹#›</a:t>
            </a:fld>
            <a:endParaRPr lang="en-US" sz="825" b="0" i="0">
              <a:latin typeface="Calibri" panose="020F0502020204030204" pitchFamily="34" charset="0"/>
              <a:ea typeface="微软雅黑" charset="-122"/>
              <a:cs typeface="Calibri" panose="020F0502020204030204" pitchFamily="34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92031C5-3BAC-44E2-944C-EAEFC9714434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435615" y="0"/>
          <a:ext cx="405000" cy="4657500"/>
        </p:xfrm>
        <a:graphic>
          <a:graphicData uri="http://schemas.openxmlformats.org/drawingml/2006/table">
            <a:tbl>
              <a:tblPr/>
              <a:tblGrid>
                <a:gridCol w="405000">
                  <a:extLst>
                    <a:ext uri="{9D8B030D-6E8A-4147-A177-3AD203B41FA5}">
                      <a16:colId xmlns:a16="http://schemas.microsoft.com/office/drawing/2014/main" val="2380450784"/>
                    </a:ext>
                  </a:extLst>
                </a:gridCol>
              </a:tblGrid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24354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29608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112333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3900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500618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942051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85443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6488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53844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85317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51332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84901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368548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60375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8568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668391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4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411036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97566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75000"/>
                        <a:lumOff val="2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69482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5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19076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98513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46888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119711"/>
                  </a:ext>
                </a:extLst>
              </a:tr>
            </a:tbl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8AB22594-D72A-56B4-7FA0-C96E60AB68AD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9144000" y="0"/>
            <a:ext cx="976320" cy="657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330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29" r:id="rId1"/>
    <p:sldLayoutId id="2147484333" r:id="rId2"/>
    <p:sldLayoutId id="2147484334" r:id="rId3"/>
    <p:sldLayoutId id="2147484335" r:id="rId4"/>
    <p:sldLayoutId id="2147484336" r:id="rId5"/>
    <p:sldLayoutId id="2147484337" r:id="rId6"/>
    <p:sldLayoutId id="2147484338" r:id="rId7"/>
    <p:sldLayoutId id="2147484339" r:id="rId8"/>
    <p:sldLayoutId id="2147484341" r:id="rId9"/>
    <p:sldLayoutId id="2147484342" r:id="rId10"/>
  </p:sldLayoutIdLst>
  <p:hf sldNum="0" hdr="0" ftr="0"/>
  <p:txStyles>
    <p:titleStyle>
      <a:lvl1pPr algn="l" defTabSz="685766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2" indent="-171442" algn="l" defTabSz="685766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2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07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90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74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6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9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22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5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7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44F8B663-0056-42DA-A9AC-F91256F7750D}"/>
              </a:ext>
            </a:extLst>
          </p:cNvPr>
          <p:cNvGraphicFramePr>
            <a:graphicFrameLocks/>
          </p:cNvGraphicFramePr>
          <p:nvPr userDrawn="1"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667897334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7" imgW="415" imgH="416" progId="TCLayout.ActiveDocument.1">
                  <p:embed/>
                </p:oleObj>
              </mc:Choice>
              <mc:Fallback>
                <p:oleObj name="think-cell 幻灯片" r:id="rId17" imgW="415" imgH="41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4F8B663-0056-42DA-A9AC-F91256F775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BA14E659-BB39-174E-9402-AA8916C8B643}"/>
              </a:ext>
            </a:extLst>
          </p:cNvPr>
          <p:cNvSpPr/>
          <p:nvPr userDrawn="1"/>
        </p:nvSpPr>
        <p:spPr>
          <a:xfrm>
            <a:off x="0" y="4911538"/>
            <a:ext cx="9144000" cy="231962"/>
          </a:xfrm>
          <a:prstGeom prst="rect">
            <a:avLst/>
          </a:prstGeom>
          <a:solidFill>
            <a:srgbClr val="2227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D22A871-F3FE-0947-902A-9D091039DD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" t="3" r="28927" b="-13671"/>
          <a:stretch/>
        </p:blipFill>
        <p:spPr>
          <a:xfrm>
            <a:off x="8118476" y="4980930"/>
            <a:ext cx="732562" cy="105143"/>
          </a:xfrm>
          <a:prstGeom prst="rect">
            <a:avLst/>
          </a:prstGeom>
        </p:spPr>
      </p:pic>
      <p:sp>
        <p:nvSpPr>
          <p:cNvPr id="9" name="灯片编号占位符 15">
            <a:extLst>
              <a:ext uri="{FF2B5EF4-FFF2-40B4-BE49-F238E27FC236}">
                <a16:creationId xmlns:a16="http://schemas.microsoft.com/office/drawing/2014/main" id="{132D59C2-33B9-364A-8498-46C9120D3291}"/>
              </a:ext>
            </a:extLst>
          </p:cNvPr>
          <p:cNvSpPr txBox="1">
            <a:spLocks/>
          </p:cNvSpPr>
          <p:nvPr userDrawn="1"/>
        </p:nvSpPr>
        <p:spPr>
          <a:xfrm>
            <a:off x="8803481" y="4914304"/>
            <a:ext cx="340519" cy="2256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defPPr>
              <a:defRPr lang="en-US"/>
            </a:defPPr>
            <a:lvl1pPr marL="0" algn="ctr" defTabSz="457200" rtl="0" eaLnBrk="1" latinLnBrk="0" hangingPunct="1">
              <a:defRPr lang="zh-CN" altLang="en-US" sz="825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0919C-040B-4E15-BEFD-00473F94A546}" type="slidenum">
              <a:rPr lang="en-US" altLang="zh-CN" sz="825" b="0" i="0" smtClean="0">
                <a:latin typeface="Calibri" panose="020F0502020204030204" pitchFamily="34" charset="0"/>
                <a:ea typeface="微软雅黑" charset="-122"/>
                <a:cs typeface="Calibri" panose="020F0502020204030204" pitchFamily="34" charset="0"/>
              </a:rPr>
              <a:pPr/>
              <a:t>‹#›</a:t>
            </a:fld>
            <a:endParaRPr lang="en-US" sz="825" b="0" i="0">
              <a:latin typeface="Calibri" panose="020F0502020204030204" pitchFamily="34" charset="0"/>
              <a:ea typeface="微软雅黑" charset="-122"/>
              <a:cs typeface="Calibri" panose="020F0502020204030204" pitchFamily="34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5C61A0E-E0F8-4C74-8748-73F1EBE8ECC4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435615" y="0"/>
          <a:ext cx="405000" cy="4657500"/>
        </p:xfrm>
        <a:graphic>
          <a:graphicData uri="http://schemas.openxmlformats.org/drawingml/2006/table">
            <a:tbl>
              <a:tblPr/>
              <a:tblGrid>
                <a:gridCol w="405000">
                  <a:extLst>
                    <a:ext uri="{9D8B030D-6E8A-4147-A177-3AD203B41FA5}">
                      <a16:colId xmlns:a16="http://schemas.microsoft.com/office/drawing/2014/main" val="2380450784"/>
                    </a:ext>
                  </a:extLst>
                </a:gridCol>
              </a:tblGrid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24354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29608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112333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3900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500618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942051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85443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6488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53844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85317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51332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84901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368548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60375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8568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668391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4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411036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97566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75000"/>
                        <a:lumOff val="2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69482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5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19076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98513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46888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119711"/>
                  </a:ext>
                </a:extLst>
              </a:tr>
            </a:tbl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C9CEED5B-ED14-2D24-ACF1-2F5113D709B5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9144000" y="0"/>
            <a:ext cx="976320" cy="657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119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00" r:id="rId1"/>
    <p:sldLayoutId id="2147484401" r:id="rId2"/>
    <p:sldLayoutId id="2147484402" r:id="rId3"/>
    <p:sldLayoutId id="2147484403" r:id="rId4"/>
    <p:sldLayoutId id="2147484404" r:id="rId5"/>
    <p:sldLayoutId id="2147484405" r:id="rId6"/>
    <p:sldLayoutId id="2147484406" r:id="rId7"/>
    <p:sldLayoutId id="2147484407" r:id="rId8"/>
    <p:sldLayoutId id="2147484408" r:id="rId9"/>
    <p:sldLayoutId id="2147484409" r:id="rId10"/>
    <p:sldLayoutId id="2147484410" r:id="rId11"/>
    <p:sldLayoutId id="2147484411" r:id="rId12"/>
    <p:sldLayoutId id="2147484412" r:id="rId13"/>
    <p:sldLayoutId id="2147484413" r:id="rId14"/>
  </p:sldLayoutIdLst>
  <p:hf sldNum="0" hdr="0" ftr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>
            <a:extLst>
              <a:ext uri="{FF2B5EF4-FFF2-40B4-BE49-F238E27FC236}">
                <a16:creationId xmlns:a16="http://schemas.microsoft.com/office/drawing/2014/main" id="{E79A7EB2-9CE1-4D8E-8F57-460CC99D2F5C}"/>
              </a:ext>
            </a:extLst>
          </p:cNvPr>
          <p:cNvGraphicFramePr>
            <a:graphicFrameLocks/>
          </p:cNvGraphicFramePr>
          <p:nvPr userDrawn="1"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444493146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7" imgW="498" imgH="499" progId="TCLayout.ActiveDocument.1">
                  <p:embed/>
                </p:oleObj>
              </mc:Choice>
              <mc:Fallback>
                <p:oleObj name="think-cell 幻灯片" r:id="rId17" imgW="498" imgH="499" progId="TCLayout.ActiveDocument.1">
                  <p:embed/>
                  <p:pic>
                    <p:nvPicPr>
                      <p:cNvPr id="2" name="对象 1" hidden="1">
                        <a:extLst>
                          <a:ext uri="{FF2B5EF4-FFF2-40B4-BE49-F238E27FC236}">
                            <a16:creationId xmlns:a16="http://schemas.microsoft.com/office/drawing/2014/main" id="{E79A7EB2-9CE1-4D8E-8F57-460CC99D2F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BA14E659-BB39-174E-9402-AA8916C8B643}"/>
              </a:ext>
            </a:extLst>
          </p:cNvPr>
          <p:cNvSpPr/>
          <p:nvPr userDrawn="1"/>
        </p:nvSpPr>
        <p:spPr>
          <a:xfrm>
            <a:off x="0" y="4911538"/>
            <a:ext cx="9144000" cy="231962"/>
          </a:xfrm>
          <a:prstGeom prst="rect">
            <a:avLst/>
          </a:prstGeom>
          <a:solidFill>
            <a:srgbClr val="2227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D22A871-F3FE-0947-902A-9D091039DD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" t="3" r="28927" b="-13671"/>
          <a:stretch/>
        </p:blipFill>
        <p:spPr>
          <a:xfrm>
            <a:off x="8118476" y="4980930"/>
            <a:ext cx="732562" cy="105143"/>
          </a:xfrm>
          <a:prstGeom prst="rect">
            <a:avLst/>
          </a:prstGeom>
        </p:spPr>
      </p:pic>
      <p:sp>
        <p:nvSpPr>
          <p:cNvPr id="9" name="灯片编号占位符 15">
            <a:extLst>
              <a:ext uri="{FF2B5EF4-FFF2-40B4-BE49-F238E27FC236}">
                <a16:creationId xmlns:a16="http://schemas.microsoft.com/office/drawing/2014/main" id="{132D59C2-33B9-364A-8498-46C9120D3291}"/>
              </a:ext>
            </a:extLst>
          </p:cNvPr>
          <p:cNvSpPr txBox="1">
            <a:spLocks/>
          </p:cNvSpPr>
          <p:nvPr userDrawn="1"/>
        </p:nvSpPr>
        <p:spPr>
          <a:xfrm>
            <a:off x="8803481" y="4914304"/>
            <a:ext cx="340519" cy="2256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defPPr>
              <a:defRPr lang="en-US"/>
            </a:defPPr>
            <a:lvl1pPr marL="0" algn="ctr" defTabSz="457200" rtl="0" eaLnBrk="1" latinLnBrk="0" hangingPunct="1">
              <a:defRPr lang="zh-CN" altLang="en-US" sz="825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0919C-040B-4E15-BEFD-00473F94A546}" type="slidenum">
              <a:rPr lang="en-US" altLang="zh-CN" sz="825" b="0" i="0" smtClean="0">
                <a:latin typeface="Calibri" panose="020F0502020204030204" pitchFamily="34" charset="0"/>
                <a:ea typeface="微软雅黑" charset="-122"/>
                <a:cs typeface="Calibri" panose="020F0502020204030204" pitchFamily="34" charset="0"/>
              </a:rPr>
              <a:pPr/>
              <a:t>‹#›</a:t>
            </a:fld>
            <a:endParaRPr lang="en-US" sz="825" b="0" i="0">
              <a:latin typeface="Calibri" panose="020F0502020204030204" pitchFamily="34" charset="0"/>
              <a:ea typeface="微软雅黑" charset="-122"/>
              <a:cs typeface="Calibri" panose="020F0502020204030204" pitchFamily="34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92031C5-3BAC-44E2-944C-EAEFC9714434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435615" y="0"/>
          <a:ext cx="405000" cy="4657500"/>
        </p:xfrm>
        <a:graphic>
          <a:graphicData uri="http://schemas.openxmlformats.org/drawingml/2006/table">
            <a:tbl>
              <a:tblPr/>
              <a:tblGrid>
                <a:gridCol w="405000">
                  <a:extLst>
                    <a:ext uri="{9D8B030D-6E8A-4147-A177-3AD203B41FA5}">
                      <a16:colId xmlns:a16="http://schemas.microsoft.com/office/drawing/2014/main" val="2380450784"/>
                    </a:ext>
                  </a:extLst>
                </a:gridCol>
              </a:tblGrid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24354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29608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112333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3900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500618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942051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85443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6488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53844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85317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51332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84901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368548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60375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8568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668391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4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411036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97566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75000"/>
                        <a:lumOff val="2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69482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5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19076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98513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46888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119711"/>
                  </a:ext>
                </a:extLst>
              </a:tr>
            </a:tbl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18A5288C-412C-8BC1-B5ED-8096374DFD72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9186863" y="0"/>
            <a:ext cx="976320" cy="657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068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36" r:id="rId1"/>
    <p:sldLayoutId id="2147484437" r:id="rId2"/>
    <p:sldLayoutId id="2147484438" r:id="rId3"/>
    <p:sldLayoutId id="2147484439" r:id="rId4"/>
    <p:sldLayoutId id="2147484440" r:id="rId5"/>
    <p:sldLayoutId id="2147484441" r:id="rId6"/>
    <p:sldLayoutId id="2147484442" r:id="rId7"/>
    <p:sldLayoutId id="2147484443" r:id="rId8"/>
    <p:sldLayoutId id="2147484444" r:id="rId9"/>
    <p:sldLayoutId id="2147484445" r:id="rId10"/>
    <p:sldLayoutId id="2147484446" r:id="rId11"/>
    <p:sldLayoutId id="2147484448" r:id="rId12"/>
    <p:sldLayoutId id="2147484449" r:id="rId13"/>
    <p:sldLayoutId id="2147484450" r:id="rId14"/>
  </p:sldLayoutIdLst>
  <p:hf sldNum="0" hdr="0" ftr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>
            <a:extLst>
              <a:ext uri="{FF2B5EF4-FFF2-40B4-BE49-F238E27FC236}">
                <a16:creationId xmlns:a16="http://schemas.microsoft.com/office/drawing/2014/main" id="{E79A7EB2-9CE1-4D8E-8F57-460CC99D2F5C}"/>
              </a:ext>
            </a:extLst>
          </p:cNvPr>
          <p:cNvGraphicFramePr>
            <a:graphicFrameLocks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4186027329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7" imgW="498" imgH="499" progId="TCLayout.ActiveDocument.1">
                  <p:embed/>
                </p:oleObj>
              </mc:Choice>
              <mc:Fallback>
                <p:oleObj name="think-cell 幻灯片" r:id="rId7" imgW="498" imgH="499" progId="TCLayout.ActiveDocument.1">
                  <p:embed/>
                  <p:pic>
                    <p:nvPicPr>
                      <p:cNvPr id="2" name="对象 1" hidden="1">
                        <a:extLst>
                          <a:ext uri="{FF2B5EF4-FFF2-40B4-BE49-F238E27FC236}">
                            <a16:creationId xmlns:a16="http://schemas.microsoft.com/office/drawing/2014/main" id="{E79A7EB2-9CE1-4D8E-8F57-460CC99D2F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BA14E659-BB39-174E-9402-AA8916C8B643}"/>
              </a:ext>
            </a:extLst>
          </p:cNvPr>
          <p:cNvSpPr/>
          <p:nvPr userDrawn="1"/>
        </p:nvSpPr>
        <p:spPr>
          <a:xfrm>
            <a:off x="0" y="4911538"/>
            <a:ext cx="9144000" cy="231962"/>
          </a:xfrm>
          <a:prstGeom prst="rect">
            <a:avLst/>
          </a:prstGeom>
          <a:solidFill>
            <a:srgbClr val="2227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sp>
        <p:nvSpPr>
          <p:cNvPr id="9" name="灯片编号占位符 15">
            <a:extLst>
              <a:ext uri="{FF2B5EF4-FFF2-40B4-BE49-F238E27FC236}">
                <a16:creationId xmlns:a16="http://schemas.microsoft.com/office/drawing/2014/main" id="{132D59C2-33B9-364A-8498-46C9120D3291}"/>
              </a:ext>
            </a:extLst>
          </p:cNvPr>
          <p:cNvSpPr txBox="1">
            <a:spLocks/>
          </p:cNvSpPr>
          <p:nvPr userDrawn="1"/>
        </p:nvSpPr>
        <p:spPr>
          <a:xfrm>
            <a:off x="8803481" y="4914304"/>
            <a:ext cx="340519" cy="2256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defPPr>
              <a:defRPr lang="en-US"/>
            </a:defPPr>
            <a:lvl1pPr marL="0" algn="ctr" defTabSz="457200" rtl="0" eaLnBrk="1" latinLnBrk="0" hangingPunct="1">
              <a:defRPr lang="zh-CN" altLang="en-US" sz="825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0919C-040B-4E15-BEFD-00473F94A546}" type="slidenum">
              <a:rPr lang="en-US" altLang="zh-CN" sz="825" b="0" i="0" smtClean="0">
                <a:latin typeface="Calibri" panose="020F0502020204030204" pitchFamily="34" charset="0"/>
                <a:ea typeface="微软雅黑" charset="-122"/>
                <a:cs typeface="Calibri" panose="020F0502020204030204" pitchFamily="34" charset="0"/>
              </a:rPr>
              <a:pPr/>
              <a:t>‹#›</a:t>
            </a:fld>
            <a:endParaRPr lang="en-US" sz="825" b="0" i="0">
              <a:latin typeface="Calibri" panose="020F0502020204030204" pitchFamily="34" charset="0"/>
              <a:ea typeface="微软雅黑" charset="-122"/>
              <a:cs typeface="Calibri" panose="020F0502020204030204" pitchFamily="34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92031C5-3BAC-44E2-944C-EAEFC9714434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435615" y="0"/>
          <a:ext cx="405000" cy="4657500"/>
        </p:xfrm>
        <a:graphic>
          <a:graphicData uri="http://schemas.openxmlformats.org/drawingml/2006/table">
            <a:tbl>
              <a:tblPr/>
              <a:tblGrid>
                <a:gridCol w="405000">
                  <a:extLst>
                    <a:ext uri="{9D8B030D-6E8A-4147-A177-3AD203B41FA5}">
                      <a16:colId xmlns:a16="http://schemas.microsoft.com/office/drawing/2014/main" val="2380450784"/>
                    </a:ext>
                  </a:extLst>
                </a:gridCol>
              </a:tblGrid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24354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29608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112333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3900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500618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942051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85443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6488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53844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85317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51332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84901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368548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60375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8568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668391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4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411036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975661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75000"/>
                        <a:lumOff val="2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694824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5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190769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985137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468880"/>
                  </a:ext>
                </a:extLst>
              </a:tr>
              <a:tr h="20250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微软雅黑"/>
                        </a:defRPr>
                      </a:lvl9pPr>
                    </a:lstStyle>
                    <a:p>
                      <a:endParaRPr lang="zh-CN" altLang="en-US" sz="80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1197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8878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66" r:id="rId1"/>
    <p:sldLayoutId id="2147484467" r:id="rId2"/>
    <p:sldLayoutId id="2147484468" r:id="rId3"/>
    <p:sldLayoutId id="2147484469" r:id="rId4"/>
  </p:sldLayoutIdLst>
  <p:hf sldNum="0" hdr="0" ftr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3335" y="1177084"/>
            <a:ext cx="3312573" cy="558844"/>
          </a:xfrm>
          <a:prstGeom prst="rect">
            <a:avLst/>
          </a:prstGeom>
          <a:noFill/>
          <a:ln>
            <a:noFill/>
          </a:ln>
        </p:spPr>
        <p:txBody>
          <a:bodyPr wrap="square" anchor="t" lIns="26997" rIns="26997" tIns="13498" bIns="13498">
            <a:spAutoFit/>
          </a:bodyPr>
          <a:lstStyle/>
          <a:p>
            <a:pPr algn="l"/>
            <a:r>
              <a:rPr sz="2424" b="1">
                <a:solidFill>
                  <a:srgbClr val="1EB3C8"/>
                </a:solidFill>
                <a:latin typeface="Calibri"/>
                <a:ea typeface="微软雅黑"/>
              </a:rPr>
              <a:t>中国创新药出海趋势研究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3335" y="1746728"/>
            <a:ext cx="3253179" cy="283472"/>
          </a:xfrm>
          <a:prstGeom prst="rect">
            <a:avLst/>
          </a:prstGeom>
          <a:noFill/>
          <a:ln>
            <a:noFill/>
          </a:ln>
        </p:spPr>
        <p:txBody>
          <a:bodyPr wrap="square" anchor="t" lIns="26997" rIns="26997" tIns="13498" bIns="13498">
            <a:spAutoFit/>
          </a:bodyPr>
          <a:lstStyle/>
          <a:p>
            <a:pPr algn="l"/>
            <a:r>
              <a:rPr sz="1385" b="0">
                <a:solidFill>
                  <a:srgbClr val="465059"/>
                </a:solidFill>
                <a:latin typeface="Calibri"/>
                <a:ea typeface="微软雅黑"/>
              </a:rPr>
              <a:t>2026 年市场格局与机会展望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3032" y="2186784"/>
            <a:ext cx="2518852" cy="134986"/>
          </a:xfrm>
          <a:prstGeom prst="rect">
            <a:avLst/>
          </a:prstGeom>
          <a:noFill/>
          <a:ln>
            <a:noFill/>
          </a:ln>
        </p:spPr>
        <p:txBody>
          <a:bodyPr wrap="square" anchor="t" lIns="26997" rIns="26997" tIns="13498" bIns="13498">
            <a:spAutoFit/>
          </a:bodyPr>
          <a:lstStyle/>
          <a:p>
            <a:pPr algn="l"/>
            <a:r>
              <a:rPr sz="952" b="0">
                <a:solidFill>
                  <a:srgbClr val="465059"/>
                </a:solidFill>
                <a:latin typeface="Calibri"/>
                <a:ea typeface="微软雅黑"/>
              </a:rPr>
              <a:t>示例报告 · 仅作版式展示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3032" y="2383865"/>
            <a:ext cx="2518852" cy="134986"/>
          </a:xfrm>
          <a:prstGeom prst="rect">
            <a:avLst/>
          </a:prstGeom>
          <a:noFill/>
          <a:ln>
            <a:noFill/>
          </a:ln>
        </p:spPr>
        <p:txBody>
          <a:bodyPr wrap="square" anchor="t" lIns="26997" rIns="26997" tIns="13498" bIns="13498">
            <a:spAutoFit/>
          </a:bodyPr>
          <a:lstStyle/>
          <a:p>
            <a:pPr algn="l"/>
            <a:r>
              <a:rPr sz="952" b="0">
                <a:solidFill>
                  <a:srgbClr val="465059"/>
                </a:solidFill>
                <a:latin typeface="Calibri"/>
                <a:ea typeface="微软雅黑"/>
              </a:rPr>
              <a:t>2026 年 9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9560" y="1301271"/>
            <a:ext cx="2227281" cy="0"/>
          </a:xfrm>
          <a:prstGeom prst="line">
            <a:avLst/>
          </a:prstGeom>
          <a:ln w="12700">
            <a:solidFill>
              <a:srgbClr val="1EB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399560" y="1185183"/>
            <a:ext cx="2227280" cy="229477"/>
          </a:xfrm>
          <a:prstGeom prst="rect">
            <a:avLst/>
          </a:prstGeom>
          <a:solidFill>
            <a:srgbClr val="1EB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9560" y="1185183"/>
            <a:ext cx="2227280" cy="229477"/>
          </a:xfrm>
          <a:prstGeom prst="rect">
            <a:avLst/>
          </a:prstGeom>
          <a:noFill/>
          <a:ln>
            <a:noFill/>
          </a:ln>
        </p:spPr>
        <p:txBody>
          <a:bodyPr wrap="square" anchor="ctr" lIns="26997" rIns="26997" tIns="13498" bIns="13498">
            <a:spAutoFit/>
          </a:bodyPr>
          <a:lstStyle/>
          <a:p>
            <a:pPr algn="ctr"/>
            <a:r>
              <a:rPr sz="1212" b="1">
                <a:solidFill>
                  <a:srgbClr val="FFFFFF"/>
                </a:solidFill>
                <a:latin typeface="Calibri"/>
                <a:ea typeface="微软雅黑"/>
              </a:rPr>
              <a:t>国内市场</a:t>
            </a:r>
          </a:p>
        </p:txBody>
      </p:sp>
      <p:sp>
        <p:nvSpPr>
          <p:cNvPr id="5" name="Rectangle 4"/>
          <p:cNvSpPr/>
          <p:nvPr/>
        </p:nvSpPr>
        <p:spPr>
          <a:xfrm>
            <a:off x="399560" y="1525349"/>
            <a:ext cx="2227280" cy="2300173"/>
          </a:xfrm>
          <a:prstGeom prst="rect">
            <a:avLst/>
          </a:prstGeom>
          <a:solidFill>
            <a:srgbClr val="D2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4051" y="1646837"/>
            <a:ext cx="2038299" cy="2057197"/>
          </a:xfrm>
          <a:prstGeom prst="rect">
            <a:avLst/>
          </a:prstGeom>
          <a:noFill/>
          <a:ln>
            <a:noFill/>
          </a:ln>
        </p:spPr>
        <p:txBody>
          <a:bodyPr wrap="square" anchor="ctr" lIns="26997" rIns="26997" tIns="13498" bIns="13498">
            <a:spAutoFit/>
          </a:bodyPr>
          <a:lstStyle/>
          <a:p>
            <a:pPr algn="l"/>
            <a:r>
              <a:rPr sz="1039" b="0">
                <a:solidFill>
                  <a:srgbClr val="333333"/>
                </a:solidFill>
                <a:latin typeface="Calibri"/>
                <a:ea typeface="微软雅黑"/>
              </a:rPr>
              <a:t>• 集采常态化后，仿制药利润空间持续压缩</a:t>
            </a:r>
          </a:p>
          <a:p>
            <a:pPr algn="l"/>
            <a:r>
              <a:rPr sz="1039" b="0">
                <a:solidFill>
                  <a:srgbClr val="333333"/>
                </a:solidFill>
                <a:latin typeface="Calibri"/>
                <a:ea typeface="微软雅黑"/>
              </a:rPr>
              <a:t/>
            </a:r>
          </a:p>
          <a:p>
            <a:pPr algn="l"/>
            <a:r>
              <a:rPr sz="1039" b="0">
                <a:solidFill>
                  <a:srgbClr val="333333"/>
                </a:solidFill>
                <a:latin typeface="Calibri"/>
                <a:ea typeface="微软雅黑"/>
              </a:rPr>
              <a:t>• 创新药医保谈判通过率提升，放量周期缩短</a:t>
            </a:r>
          </a:p>
          <a:p>
            <a:pPr algn="l"/>
            <a:r>
              <a:rPr sz="1039" b="0">
                <a:solidFill>
                  <a:srgbClr val="333333"/>
                </a:solidFill>
                <a:latin typeface="Calibri"/>
                <a:ea typeface="微软雅黑"/>
              </a:rPr>
              <a:t/>
            </a:r>
          </a:p>
          <a:p>
            <a:pPr algn="l"/>
            <a:r>
              <a:rPr sz="1039" b="0">
                <a:solidFill>
                  <a:srgbClr val="333333"/>
                </a:solidFill>
                <a:latin typeface="Calibri"/>
                <a:ea typeface="微软雅黑"/>
              </a:rPr>
              <a:t>• 院内市场仍是主要销售渠道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61828" y="1301271"/>
            <a:ext cx="2227280" cy="0"/>
          </a:xfrm>
          <a:prstGeom prst="line">
            <a:avLst/>
          </a:prstGeom>
          <a:ln w="12700">
            <a:solidFill>
              <a:srgbClr val="1EB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761828" y="1185183"/>
            <a:ext cx="2227280" cy="229477"/>
          </a:xfrm>
          <a:prstGeom prst="rect">
            <a:avLst/>
          </a:prstGeom>
          <a:solidFill>
            <a:srgbClr val="1EB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61828" y="1185183"/>
            <a:ext cx="2227280" cy="229477"/>
          </a:xfrm>
          <a:prstGeom prst="rect">
            <a:avLst/>
          </a:prstGeom>
          <a:noFill/>
          <a:ln>
            <a:noFill/>
          </a:ln>
        </p:spPr>
        <p:txBody>
          <a:bodyPr wrap="square" anchor="ctr" lIns="26997" rIns="26997" tIns="13498" bIns="13498">
            <a:spAutoFit/>
          </a:bodyPr>
          <a:lstStyle/>
          <a:p>
            <a:pPr algn="ctr"/>
            <a:r>
              <a:rPr sz="1212" b="1">
                <a:solidFill>
                  <a:srgbClr val="FFFFFF"/>
                </a:solidFill>
                <a:latin typeface="Calibri"/>
                <a:ea typeface="微软雅黑"/>
              </a:rPr>
              <a:t>海外市场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61828" y="1525349"/>
            <a:ext cx="2227280" cy="2300173"/>
          </a:xfrm>
          <a:prstGeom prst="rect">
            <a:avLst/>
          </a:prstGeom>
          <a:solidFill>
            <a:srgbClr val="D2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6318" y="1646837"/>
            <a:ext cx="2038299" cy="2057197"/>
          </a:xfrm>
          <a:prstGeom prst="rect">
            <a:avLst/>
          </a:prstGeom>
          <a:noFill/>
          <a:ln>
            <a:noFill/>
          </a:ln>
        </p:spPr>
        <p:txBody>
          <a:bodyPr wrap="square" anchor="ctr" lIns="26997" rIns="26997" tIns="13498" bIns="13498">
            <a:spAutoFit/>
          </a:bodyPr>
          <a:lstStyle/>
          <a:p>
            <a:pPr algn="l"/>
            <a:r>
              <a:rPr sz="1039" b="0">
                <a:solidFill>
                  <a:srgbClr val="333333"/>
                </a:solidFill>
                <a:latin typeface="Calibri"/>
                <a:ea typeface="微软雅黑"/>
              </a:rPr>
              <a:t>• License-out 交易金额屡创新高</a:t>
            </a:r>
          </a:p>
          <a:p>
            <a:pPr algn="l"/>
            <a:r>
              <a:rPr sz="1039" b="0">
                <a:solidFill>
                  <a:srgbClr val="333333"/>
                </a:solidFill>
                <a:latin typeface="Calibri"/>
                <a:ea typeface="微软雅黑"/>
              </a:rPr>
              <a:t/>
            </a:r>
          </a:p>
          <a:p>
            <a:pPr algn="l"/>
            <a:r>
              <a:rPr sz="1039" b="0">
                <a:solidFill>
                  <a:srgbClr val="333333"/>
                </a:solidFill>
                <a:latin typeface="Calibri"/>
                <a:ea typeface="微软雅黑"/>
              </a:rPr>
              <a:t>• 欧美监管沟通路径日益成熟</a:t>
            </a:r>
          </a:p>
          <a:p>
            <a:pPr algn="l"/>
            <a:r>
              <a:rPr sz="1039" b="0">
                <a:solidFill>
                  <a:srgbClr val="333333"/>
                </a:solidFill>
                <a:latin typeface="Calibri"/>
                <a:ea typeface="微软雅黑"/>
              </a:rPr>
              <a:t/>
            </a:r>
          </a:p>
          <a:p>
            <a:pPr algn="l"/>
            <a:r>
              <a:rPr sz="1039" b="0">
                <a:solidFill>
                  <a:srgbClr val="333333"/>
                </a:solidFill>
                <a:latin typeface="Calibri"/>
                <a:ea typeface="微软雅黑"/>
              </a:rPr>
              <a:t>• 新兴市场本地化合作需求增长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3775" y="456255"/>
            <a:ext cx="8298983" cy="251075"/>
          </a:xfrm>
          <a:prstGeom prst="rect">
            <a:avLst/>
          </a:prstGeom>
          <a:noFill/>
          <a:ln>
            <a:noFill/>
          </a:ln>
        </p:spPr>
        <p:txBody>
          <a:bodyPr wrap="square" anchor="b" lIns="26997" rIns="26997" tIns="13498" bIns="13498">
            <a:spAutoFit/>
          </a:bodyPr>
          <a:lstStyle/>
          <a:p>
            <a:pPr algn="l"/>
            <a:r>
              <a:rPr sz="1800" b="0">
                <a:solidFill>
                  <a:srgbClr val="465059"/>
                </a:solidFill>
                <a:latin typeface="Calibri"/>
                <a:ea typeface="微软雅黑"/>
              </a:rPr>
              <a:t>治疗领域 × 市场吸引力</a:t>
            </a:r>
          </a:p>
        </p:txBody>
      </p:sp>
      <p:sp>
        <p:nvSpPr>
          <p:cNvPr id="3" name="Rectangle 2"/>
          <p:cNvSpPr/>
          <p:nvPr/>
        </p:nvSpPr>
        <p:spPr>
          <a:xfrm>
            <a:off x="680333" y="739727"/>
            <a:ext cx="2181385" cy="134986"/>
          </a:xfrm>
          <a:prstGeom prst="rect">
            <a:avLst/>
          </a:prstGeom>
          <a:solidFill>
            <a:srgbClr val="A5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0333" y="739727"/>
            <a:ext cx="545346" cy="134986"/>
          </a:xfrm>
          <a:prstGeom prst="rect">
            <a:avLst/>
          </a:prstGeom>
          <a:noFill/>
          <a:ln>
            <a:noFill/>
          </a:ln>
        </p:spPr>
        <p:txBody>
          <a:bodyPr wrap="square" anchor="ctr" lIns="26997" rIns="26997" tIns="13498" bIns="13498">
            <a:spAutoFit/>
          </a:bodyPr>
          <a:lstStyle/>
          <a:p>
            <a:pPr algn="ctr"/>
            <a:r>
              <a:rPr sz="692" b="1">
                <a:latin typeface="Calibri"/>
                <a:ea typeface="微软雅黑"/>
              </a:rPr>
              <a:t>规模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25679" y="739727"/>
            <a:ext cx="545346" cy="134986"/>
          </a:xfrm>
          <a:prstGeom prst="rect">
            <a:avLst/>
          </a:prstGeom>
          <a:noFill/>
          <a:ln>
            <a:noFill/>
          </a:ln>
        </p:spPr>
        <p:txBody>
          <a:bodyPr wrap="square" anchor="ctr" lIns="26997" rIns="26997" tIns="13498" bIns="13498">
            <a:spAutoFit/>
          </a:bodyPr>
          <a:lstStyle/>
          <a:p>
            <a:pPr algn="ctr"/>
            <a:r>
              <a:rPr sz="692" b="1">
                <a:latin typeface="Calibri"/>
                <a:ea typeface="微软雅黑"/>
              </a:rPr>
              <a:t>增速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71025" y="739727"/>
            <a:ext cx="545346" cy="134986"/>
          </a:xfrm>
          <a:prstGeom prst="rect">
            <a:avLst/>
          </a:prstGeom>
          <a:noFill/>
          <a:ln>
            <a:noFill/>
          </a:ln>
        </p:spPr>
        <p:txBody>
          <a:bodyPr wrap="square" anchor="ctr" lIns="26997" rIns="26997" tIns="13498" bIns="13498">
            <a:spAutoFit/>
          </a:bodyPr>
          <a:lstStyle/>
          <a:p>
            <a:pPr algn="ctr"/>
            <a:r>
              <a:rPr sz="692" b="1">
                <a:latin typeface="Calibri"/>
                <a:ea typeface="微软雅黑"/>
              </a:rPr>
              <a:t>竞争强度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16372" y="739727"/>
            <a:ext cx="545346" cy="134986"/>
          </a:xfrm>
          <a:prstGeom prst="rect">
            <a:avLst/>
          </a:prstGeom>
          <a:noFill/>
          <a:ln>
            <a:noFill/>
          </a:ln>
        </p:spPr>
        <p:txBody>
          <a:bodyPr wrap="square" anchor="ctr" lIns="26997" rIns="26997" tIns="13498" bIns="13498">
            <a:spAutoFit/>
          </a:bodyPr>
          <a:lstStyle/>
          <a:p>
            <a:pPr algn="ctr"/>
            <a:r>
              <a:rPr sz="692" b="1">
                <a:latin typeface="Calibri"/>
                <a:ea typeface="微软雅黑"/>
              </a:rPr>
              <a:t>准入门槛</a:t>
            </a:r>
          </a:p>
        </p:txBody>
      </p:sp>
      <p:sp>
        <p:nvSpPr>
          <p:cNvPr id="8" name="Rectangle 7"/>
          <p:cNvSpPr/>
          <p:nvPr/>
        </p:nvSpPr>
        <p:spPr>
          <a:xfrm>
            <a:off x="199780" y="874713"/>
            <a:ext cx="480552" cy="735677"/>
          </a:xfrm>
          <a:prstGeom prst="rect">
            <a:avLst/>
          </a:prstGeom>
          <a:solidFill>
            <a:srgbClr val="F0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9780" y="874713"/>
            <a:ext cx="480552" cy="735677"/>
          </a:xfrm>
          <a:prstGeom prst="rect">
            <a:avLst/>
          </a:prstGeom>
          <a:noFill/>
          <a:ln>
            <a:noFill/>
          </a:ln>
        </p:spPr>
        <p:txBody>
          <a:bodyPr wrap="square" anchor="ctr" lIns="26997" rIns="26997" tIns="13498" bIns="13498">
            <a:spAutoFit/>
          </a:bodyPr>
          <a:lstStyle/>
          <a:p>
            <a:pPr algn="ctr"/>
            <a:r>
              <a:rPr sz="692" b="1">
                <a:latin typeface="Calibri"/>
                <a:ea typeface="微软雅黑"/>
              </a:rPr>
              <a:t>肿瘤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0333" y="874713"/>
            <a:ext cx="518348" cy="735677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0333" y="874713"/>
            <a:ext cx="518348" cy="735677"/>
          </a:xfrm>
          <a:prstGeom prst="rect">
            <a:avLst/>
          </a:prstGeom>
          <a:noFill/>
          <a:ln>
            <a:noFill/>
          </a:ln>
        </p:spPr>
        <p:txBody>
          <a:bodyPr wrap="square" anchor="ctr" lIns="26997" rIns="26997" tIns="13498" bIns="13498">
            <a:spAutoFit/>
          </a:bodyPr>
          <a:lstStyle/>
          <a:p>
            <a:pPr algn="ctr"/>
            <a:r>
              <a:rPr sz="606" b="0">
                <a:solidFill>
                  <a:srgbClr val="595959"/>
                </a:solidFill>
                <a:latin typeface="Calibri"/>
                <a:ea typeface="微软雅黑"/>
              </a:rPr>
              <a:t>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25679" y="874713"/>
            <a:ext cx="518348" cy="735677"/>
          </a:xfrm>
          <a:prstGeom prst="rect">
            <a:avLst/>
          </a:prstGeom>
          <a:solidFill>
            <a:srgbClr val="C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5679" y="874713"/>
            <a:ext cx="518348" cy="735677"/>
          </a:xfrm>
          <a:prstGeom prst="rect">
            <a:avLst/>
          </a:prstGeom>
          <a:noFill/>
          <a:ln>
            <a:noFill/>
          </a:ln>
        </p:spPr>
        <p:txBody>
          <a:bodyPr wrap="square" anchor="ctr" lIns="26997" rIns="26997" tIns="13498" bIns="13498">
            <a:spAutoFit/>
          </a:bodyPr>
          <a:lstStyle/>
          <a:p>
            <a:pPr algn="ctr"/>
            <a:r>
              <a:rPr sz="606" b="0">
                <a:solidFill>
                  <a:srgbClr val="595959"/>
                </a:solidFill>
                <a:latin typeface="Calibri"/>
                <a:ea typeface="微软雅黑"/>
              </a:rPr>
              <a:t>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71025" y="874713"/>
            <a:ext cx="518348" cy="735677"/>
          </a:xfrm>
          <a:prstGeom prst="rect">
            <a:avLst/>
          </a:prstGeom>
          <a:solidFill>
            <a:srgbClr val="6DDA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71025" y="874713"/>
            <a:ext cx="518348" cy="735677"/>
          </a:xfrm>
          <a:prstGeom prst="rect">
            <a:avLst/>
          </a:prstGeom>
          <a:noFill/>
          <a:ln>
            <a:noFill/>
          </a:ln>
        </p:spPr>
        <p:txBody>
          <a:bodyPr wrap="square" anchor="ctr" lIns="26997" rIns="26997" tIns="13498" bIns="13498">
            <a:spAutoFit/>
          </a:bodyPr>
          <a:lstStyle/>
          <a:p>
            <a:pPr algn="ctr"/>
            <a:r>
              <a:rPr sz="606" b="0">
                <a:solidFill>
                  <a:srgbClr val="FFFFFF"/>
                </a:solidFill>
                <a:latin typeface="Calibri"/>
                <a:ea typeface="微软雅黑"/>
              </a:rPr>
              <a:t>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6372" y="874713"/>
            <a:ext cx="518348" cy="735677"/>
          </a:xfrm>
          <a:prstGeom prst="rect">
            <a:avLst/>
          </a:prstGeom>
          <a:solidFill>
            <a:srgbClr val="C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16372" y="874713"/>
            <a:ext cx="518348" cy="735677"/>
          </a:xfrm>
          <a:prstGeom prst="rect">
            <a:avLst/>
          </a:prstGeom>
          <a:noFill/>
          <a:ln>
            <a:noFill/>
          </a:ln>
        </p:spPr>
        <p:txBody>
          <a:bodyPr wrap="square" anchor="ctr" lIns="26997" rIns="26997" tIns="13498" bIns="13498">
            <a:spAutoFit/>
          </a:bodyPr>
          <a:lstStyle/>
          <a:p>
            <a:pPr algn="ctr"/>
            <a:r>
              <a:rPr sz="606" b="0">
                <a:solidFill>
                  <a:srgbClr val="595959"/>
                </a:solidFill>
                <a:latin typeface="Calibri"/>
                <a:ea typeface="微软雅黑"/>
              </a:rPr>
              <a:t>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9780" y="1650887"/>
            <a:ext cx="480552" cy="735677"/>
          </a:xfrm>
          <a:prstGeom prst="rect">
            <a:avLst/>
          </a:prstGeom>
          <a:solidFill>
            <a:srgbClr val="C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9780" y="1650887"/>
            <a:ext cx="480552" cy="735677"/>
          </a:xfrm>
          <a:prstGeom prst="rect">
            <a:avLst/>
          </a:prstGeom>
          <a:noFill/>
          <a:ln>
            <a:noFill/>
          </a:ln>
        </p:spPr>
        <p:txBody>
          <a:bodyPr wrap="square" anchor="ctr" lIns="26997" rIns="26997" tIns="13498" bIns="13498">
            <a:spAutoFit/>
          </a:bodyPr>
          <a:lstStyle/>
          <a:p>
            <a:pPr algn="ctr"/>
            <a:r>
              <a:rPr sz="692" b="1">
                <a:latin typeface="Calibri"/>
                <a:ea typeface="微软雅黑"/>
              </a:rPr>
              <a:t>代谢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0333" y="1650887"/>
            <a:ext cx="518348" cy="735677"/>
          </a:xfrm>
          <a:prstGeom prst="rect">
            <a:avLst/>
          </a:prstGeom>
          <a:solidFill>
            <a:srgbClr val="C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33" y="1650887"/>
            <a:ext cx="518348" cy="735677"/>
          </a:xfrm>
          <a:prstGeom prst="rect">
            <a:avLst/>
          </a:prstGeom>
          <a:noFill/>
          <a:ln>
            <a:noFill/>
          </a:ln>
        </p:spPr>
        <p:txBody>
          <a:bodyPr wrap="square" anchor="ctr" lIns="26997" rIns="26997" tIns="13498" bIns="13498">
            <a:spAutoFit/>
          </a:bodyPr>
          <a:lstStyle/>
          <a:p>
            <a:pPr algn="ctr"/>
            <a:r>
              <a:rPr sz="606" b="0">
                <a:solidFill>
                  <a:srgbClr val="595959"/>
                </a:solidFill>
                <a:latin typeface="Calibri"/>
                <a:ea typeface="微软雅黑"/>
              </a:rPr>
              <a:t>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25679" y="1650887"/>
            <a:ext cx="518348" cy="735677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25679" y="1650887"/>
            <a:ext cx="518348" cy="735677"/>
          </a:xfrm>
          <a:prstGeom prst="rect">
            <a:avLst/>
          </a:prstGeom>
          <a:noFill/>
          <a:ln>
            <a:noFill/>
          </a:ln>
        </p:spPr>
        <p:txBody>
          <a:bodyPr wrap="square" anchor="ctr" lIns="26997" rIns="26997" tIns="13498" bIns="13498">
            <a:spAutoFit/>
          </a:bodyPr>
          <a:lstStyle/>
          <a:p>
            <a:pPr algn="ctr"/>
            <a:r>
              <a:rPr sz="606" b="0">
                <a:solidFill>
                  <a:srgbClr val="595959"/>
                </a:solidFill>
                <a:latin typeface="Calibri"/>
                <a:ea typeface="微软雅黑"/>
              </a:rPr>
              <a:t>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71025" y="1650887"/>
            <a:ext cx="518348" cy="735677"/>
          </a:xfrm>
          <a:prstGeom prst="rect">
            <a:avLst/>
          </a:prstGeom>
          <a:solidFill>
            <a:srgbClr val="C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71025" y="1650887"/>
            <a:ext cx="518348" cy="735677"/>
          </a:xfrm>
          <a:prstGeom prst="rect">
            <a:avLst/>
          </a:prstGeom>
          <a:noFill/>
          <a:ln>
            <a:noFill/>
          </a:ln>
        </p:spPr>
        <p:txBody>
          <a:bodyPr wrap="square" anchor="ctr" lIns="26997" rIns="26997" tIns="13498" bIns="13498">
            <a:spAutoFit/>
          </a:bodyPr>
          <a:lstStyle/>
          <a:p>
            <a:pPr algn="ctr"/>
            <a:r>
              <a:rPr sz="606" b="0">
                <a:solidFill>
                  <a:srgbClr val="595959"/>
                </a:solidFill>
                <a:latin typeface="Calibri"/>
                <a:ea typeface="微软雅黑"/>
              </a:rPr>
              <a:t>中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16372" y="1650887"/>
            <a:ext cx="518348" cy="735677"/>
          </a:xfrm>
          <a:prstGeom prst="rect">
            <a:avLst/>
          </a:prstGeom>
          <a:solidFill>
            <a:srgbClr val="6DDA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16372" y="1650887"/>
            <a:ext cx="518348" cy="735677"/>
          </a:xfrm>
          <a:prstGeom prst="rect">
            <a:avLst/>
          </a:prstGeom>
          <a:noFill/>
          <a:ln>
            <a:noFill/>
          </a:ln>
        </p:spPr>
        <p:txBody>
          <a:bodyPr wrap="square" anchor="ctr" lIns="26997" rIns="26997" tIns="13498" bIns="13498">
            <a:spAutoFit/>
          </a:bodyPr>
          <a:lstStyle/>
          <a:p>
            <a:pPr algn="ctr"/>
            <a:r>
              <a:rPr sz="606" b="0">
                <a:solidFill>
                  <a:srgbClr val="FFFFFF"/>
                </a:solidFill>
                <a:latin typeface="Calibri"/>
                <a:ea typeface="微软雅黑"/>
              </a:rPr>
              <a:t>低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9780" y="2427061"/>
            <a:ext cx="480552" cy="735677"/>
          </a:xfrm>
          <a:prstGeom prst="rect">
            <a:avLst/>
          </a:prstGeom>
          <a:solidFill>
            <a:srgbClr val="F0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9780" y="2427061"/>
            <a:ext cx="480552" cy="735677"/>
          </a:xfrm>
          <a:prstGeom prst="rect">
            <a:avLst/>
          </a:prstGeom>
          <a:noFill/>
          <a:ln>
            <a:noFill/>
          </a:ln>
        </p:spPr>
        <p:txBody>
          <a:bodyPr wrap="square" anchor="ctr" lIns="26997" rIns="26997" tIns="13498" bIns="13498">
            <a:spAutoFit/>
          </a:bodyPr>
          <a:lstStyle/>
          <a:p>
            <a:pPr algn="ctr"/>
            <a:r>
              <a:rPr sz="692" b="1">
                <a:latin typeface="Calibri"/>
                <a:ea typeface="微软雅黑"/>
              </a:rPr>
              <a:t>自免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0333" y="2427061"/>
            <a:ext cx="518348" cy="735677"/>
          </a:xfrm>
          <a:prstGeom prst="rect">
            <a:avLst/>
          </a:prstGeom>
          <a:solidFill>
            <a:srgbClr val="C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0333" y="2427061"/>
            <a:ext cx="518348" cy="735677"/>
          </a:xfrm>
          <a:prstGeom prst="rect">
            <a:avLst/>
          </a:prstGeom>
          <a:noFill/>
          <a:ln>
            <a:noFill/>
          </a:ln>
        </p:spPr>
        <p:txBody>
          <a:bodyPr wrap="square" anchor="ctr" lIns="26997" rIns="26997" tIns="13498" bIns="13498">
            <a:spAutoFit/>
          </a:bodyPr>
          <a:lstStyle/>
          <a:p>
            <a:pPr algn="ctr"/>
            <a:r>
              <a:rPr sz="606" b="0">
                <a:solidFill>
                  <a:srgbClr val="595959"/>
                </a:solidFill>
                <a:latin typeface="Calibri"/>
                <a:ea typeface="微软雅黑"/>
              </a:rPr>
              <a:t>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25679" y="2427061"/>
            <a:ext cx="518348" cy="735677"/>
          </a:xfrm>
          <a:prstGeom prst="rect">
            <a:avLst/>
          </a:prstGeom>
          <a:solidFill>
            <a:srgbClr val="6DDA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25679" y="2427061"/>
            <a:ext cx="518348" cy="735677"/>
          </a:xfrm>
          <a:prstGeom prst="rect">
            <a:avLst/>
          </a:prstGeom>
          <a:noFill/>
          <a:ln>
            <a:noFill/>
          </a:ln>
        </p:spPr>
        <p:txBody>
          <a:bodyPr wrap="square" anchor="ctr" lIns="26997" rIns="26997" tIns="13498" bIns="13498">
            <a:spAutoFit/>
          </a:bodyPr>
          <a:lstStyle/>
          <a:p>
            <a:pPr algn="ctr"/>
            <a:r>
              <a:rPr sz="606" b="0">
                <a:solidFill>
                  <a:srgbClr val="FFFFFF"/>
                </a:solidFill>
                <a:latin typeface="Calibri"/>
                <a:ea typeface="微软雅黑"/>
              </a:rPr>
              <a:t>低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71025" y="2427061"/>
            <a:ext cx="518348" cy="735677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771025" y="2427061"/>
            <a:ext cx="518348" cy="735677"/>
          </a:xfrm>
          <a:prstGeom prst="rect">
            <a:avLst/>
          </a:prstGeom>
          <a:noFill/>
          <a:ln>
            <a:noFill/>
          </a:ln>
        </p:spPr>
        <p:txBody>
          <a:bodyPr wrap="square" anchor="ctr" lIns="26997" rIns="26997" tIns="13498" bIns="13498">
            <a:spAutoFit/>
          </a:bodyPr>
          <a:lstStyle/>
          <a:p>
            <a:pPr algn="ctr"/>
            <a:r>
              <a:rPr sz="606" b="0">
                <a:solidFill>
                  <a:srgbClr val="595959"/>
                </a:solidFill>
                <a:latin typeface="Calibri"/>
                <a:ea typeface="微软雅黑"/>
              </a:rPr>
              <a:t>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16372" y="2427061"/>
            <a:ext cx="518348" cy="735677"/>
          </a:xfrm>
          <a:prstGeom prst="rect">
            <a:avLst/>
          </a:prstGeom>
          <a:solidFill>
            <a:srgbClr val="C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316372" y="2427061"/>
            <a:ext cx="518348" cy="735677"/>
          </a:xfrm>
          <a:prstGeom prst="rect">
            <a:avLst/>
          </a:prstGeom>
          <a:noFill/>
          <a:ln>
            <a:noFill/>
          </a:ln>
        </p:spPr>
        <p:txBody>
          <a:bodyPr wrap="square" anchor="ctr" lIns="26997" rIns="26997" tIns="13498" bIns="13498">
            <a:spAutoFit/>
          </a:bodyPr>
          <a:lstStyle/>
          <a:p>
            <a:pPr algn="ctr"/>
            <a:r>
              <a:rPr sz="606" b="0">
                <a:solidFill>
                  <a:srgbClr val="595959"/>
                </a:solidFill>
                <a:latin typeface="Calibri"/>
                <a:ea typeface="微软雅黑"/>
              </a:rPr>
              <a:t>中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9780" y="3203234"/>
            <a:ext cx="480552" cy="735677"/>
          </a:xfrm>
          <a:prstGeom prst="rect">
            <a:avLst/>
          </a:prstGeom>
          <a:solidFill>
            <a:srgbClr val="C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9780" y="3203234"/>
            <a:ext cx="480552" cy="735677"/>
          </a:xfrm>
          <a:prstGeom prst="rect">
            <a:avLst/>
          </a:prstGeom>
          <a:noFill/>
          <a:ln>
            <a:noFill/>
          </a:ln>
        </p:spPr>
        <p:txBody>
          <a:bodyPr wrap="square" anchor="ctr" lIns="26997" rIns="26997" tIns="13498" bIns="13498">
            <a:spAutoFit/>
          </a:bodyPr>
          <a:lstStyle/>
          <a:p>
            <a:pPr algn="ctr"/>
            <a:r>
              <a:rPr sz="692" b="1">
                <a:latin typeface="Calibri"/>
                <a:ea typeface="微软雅黑"/>
              </a:rPr>
              <a:t>神经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0333" y="3203234"/>
            <a:ext cx="518348" cy="735677"/>
          </a:xfrm>
          <a:prstGeom prst="rect">
            <a:avLst/>
          </a:prstGeom>
          <a:solidFill>
            <a:srgbClr val="6DDA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0333" y="3203234"/>
            <a:ext cx="518348" cy="735677"/>
          </a:xfrm>
          <a:prstGeom prst="rect">
            <a:avLst/>
          </a:prstGeom>
          <a:noFill/>
          <a:ln>
            <a:noFill/>
          </a:ln>
        </p:spPr>
        <p:txBody>
          <a:bodyPr wrap="square" anchor="ctr" lIns="26997" rIns="26997" tIns="13498" bIns="13498">
            <a:spAutoFit/>
          </a:bodyPr>
          <a:lstStyle/>
          <a:p>
            <a:pPr algn="ctr"/>
            <a:r>
              <a:rPr sz="606" b="0">
                <a:solidFill>
                  <a:srgbClr val="FFFFFF"/>
                </a:solidFill>
                <a:latin typeface="Calibri"/>
                <a:ea typeface="微软雅黑"/>
              </a:rPr>
              <a:t>低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25679" y="3203234"/>
            <a:ext cx="518348" cy="735677"/>
          </a:xfrm>
          <a:prstGeom prst="rect">
            <a:avLst/>
          </a:prstGeom>
          <a:solidFill>
            <a:srgbClr val="C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25679" y="3203234"/>
            <a:ext cx="518348" cy="735677"/>
          </a:xfrm>
          <a:prstGeom prst="rect">
            <a:avLst/>
          </a:prstGeom>
          <a:noFill/>
          <a:ln>
            <a:noFill/>
          </a:ln>
        </p:spPr>
        <p:txBody>
          <a:bodyPr wrap="square" anchor="ctr" lIns="26997" rIns="26997" tIns="13498" bIns="13498">
            <a:spAutoFit/>
          </a:bodyPr>
          <a:lstStyle/>
          <a:p>
            <a:pPr algn="ctr"/>
            <a:r>
              <a:rPr sz="606" b="0">
                <a:solidFill>
                  <a:srgbClr val="595959"/>
                </a:solidFill>
                <a:latin typeface="Calibri"/>
                <a:ea typeface="微软雅黑"/>
              </a:rPr>
              <a:t>中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771025" y="3203234"/>
            <a:ext cx="518348" cy="735677"/>
          </a:xfrm>
          <a:prstGeom prst="rect">
            <a:avLst/>
          </a:prstGeom>
          <a:solidFill>
            <a:srgbClr val="C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771025" y="3203234"/>
            <a:ext cx="518348" cy="735677"/>
          </a:xfrm>
          <a:prstGeom prst="rect">
            <a:avLst/>
          </a:prstGeom>
          <a:noFill/>
          <a:ln>
            <a:noFill/>
          </a:ln>
        </p:spPr>
        <p:txBody>
          <a:bodyPr wrap="square" anchor="ctr" lIns="26997" rIns="26997" tIns="13498" bIns="13498">
            <a:spAutoFit/>
          </a:bodyPr>
          <a:lstStyle/>
          <a:p>
            <a:pPr algn="ctr"/>
            <a:r>
              <a:rPr sz="606" b="0">
                <a:solidFill>
                  <a:srgbClr val="595959"/>
                </a:solidFill>
                <a:latin typeface="Calibri"/>
                <a:ea typeface="微软雅黑"/>
              </a:rPr>
              <a:t>中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316372" y="3203234"/>
            <a:ext cx="518348" cy="735677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316372" y="3203234"/>
            <a:ext cx="518348" cy="735677"/>
          </a:xfrm>
          <a:prstGeom prst="rect">
            <a:avLst/>
          </a:prstGeom>
          <a:noFill/>
          <a:ln>
            <a:noFill/>
          </a:ln>
        </p:spPr>
        <p:txBody>
          <a:bodyPr wrap="square" anchor="ctr" lIns="26997" rIns="26997" tIns="13498" bIns="13498">
            <a:spAutoFit/>
          </a:bodyPr>
          <a:lstStyle/>
          <a:p>
            <a:pPr algn="ctr"/>
            <a:r>
              <a:rPr sz="606" b="0">
                <a:solidFill>
                  <a:srgbClr val="595959"/>
                </a:solidFill>
                <a:latin typeface="Calibri"/>
                <a:ea typeface="微软雅黑"/>
              </a:rPr>
              <a:t>高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32687&quot;&gt;&lt;version val=&quot;38694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8&quot;&gt;&lt;elem m_fUsage=&quot;2.70999999999999996447E+00&quot;&gt;&lt;m_msothmcolidx val=&quot;0&quot;/&gt;&lt;m_rgb r=&quot;9D&quot; g=&quot;E6&quot; b=&quot;F0&quot;/&gt;&lt;/elem&gt;&lt;elem m_fUsage=&quot;1.67705720999999985388E+00&quot;&gt;&lt;m_msothmcolidx val=&quot;0&quot;/&gt;&lt;m_rgb r=&quot;C1&quot; g=&quot;00&quot; b=&quot;00&quot;/&gt;&lt;/elem&gt;&lt;elem m_fUsage=&quot;1.26044100000000014461E+00&quot;&gt;&lt;m_msothmcolidx val=&quot;0&quot;/&gt;&lt;m_rgb r=&quot;49&quot; g=&quot;7E&quot; b=&quot;C2&quot;/&gt;&lt;/elem&gt;&lt;elem m_fUsage=&quot;6.69850025480999811123E-01&quot;&gt;&lt;m_msothmcolidx val=&quot;0&quot;/&gt;&lt;m_rgb r=&quot;E2&quot; g=&quot;EC&quot; b=&quot;F1&quot;/&gt;&lt;/elem&gt;&lt;elem m_fUsage=&quot;4.78296900000000080322E-01&quot;&gt;&lt;m_msothmcolidx val=&quot;0&quot;/&gt;&lt;m_rgb r=&quot;F4&quot; g=&quot;B3&quot; b=&quot;84&quot;/&gt;&lt;/elem&gt;&lt;elem m_fUsage=&quot;3.48678440100000042179E-01&quot;&gt;&lt;m_msothmcolidx val=&quot;0&quot;/&gt;&lt;m_rgb r=&quot;D9&quot; g=&quot;D9&quot; b=&quot;D9&quot;/&gt;&lt;/elem&gt;&lt;elem m_fUsage=&quot;3.13810596090000004654E-01&quot;&gt;&lt;m_msothmcolidx val=&quot;0&quot;/&gt;&lt;m_rgb r=&quot;71&quot; g=&quot;A4&quot; b=&quot;BD&quot;/&gt;&lt;/elem&gt;&lt;elem m_fUsage=&quot;2.54186582832900076490E-01&quot;&gt;&lt;m_msothmcolidx val=&quot;0&quot;/&gt;&lt;m_rgb r=&quot;00&quot; g=&quot;19&quot; b=&quot;3D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4_EN">
  <a:themeElements>
    <a:clrScheme name="IHEALTH">
      <a:dk1>
        <a:srgbClr val="000000"/>
      </a:dk1>
      <a:lt1>
        <a:srgbClr val="FFFFFF"/>
      </a:lt1>
      <a:dk2>
        <a:srgbClr val="DB0032"/>
      </a:dk2>
      <a:lt2>
        <a:srgbClr val="414141"/>
      </a:lt2>
      <a:accent1>
        <a:srgbClr val="004998"/>
      </a:accent1>
      <a:accent2>
        <a:srgbClr val="465059"/>
      </a:accent2>
      <a:accent3>
        <a:srgbClr val="1EB3C8"/>
      </a:accent3>
      <a:accent4>
        <a:srgbClr val="B6D0DD"/>
      </a:accent4>
      <a:accent5>
        <a:srgbClr val="FF5500"/>
      </a:accent5>
      <a:accent6>
        <a:srgbClr val="00C08B"/>
      </a:accent6>
      <a:hlink>
        <a:srgbClr val="797979"/>
      </a:hlink>
      <a:folHlink>
        <a:srgbClr val="C3C3C3"/>
      </a:folHlink>
    </a:clrScheme>
    <a:fontScheme name="8bd448ca-41b9-475c-a0f3-76ec7d1663fd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</a:spPr>
      <a:bodyPr lIns="45720" tIns="45720" rIns="45720" bIns="45720" rtlCol="0" anchor="ctr"/>
      <a:lstStyle>
        <a:defPPr marL="98425" algn="l" defTabSz="914400">
          <a:defRPr sz="700" b="1" dirty="0">
            <a:solidFill>
              <a:srgbClr val="000000"/>
            </a:solidFill>
            <a:cs typeface="+mn-ea"/>
            <a:sym typeface="+mn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7_EN">
  <a:themeElements>
    <a:clrScheme name="IHEALTH">
      <a:dk1>
        <a:srgbClr val="000000"/>
      </a:dk1>
      <a:lt1>
        <a:srgbClr val="FFFFFF"/>
      </a:lt1>
      <a:dk2>
        <a:srgbClr val="DB0032"/>
      </a:dk2>
      <a:lt2>
        <a:srgbClr val="414141"/>
      </a:lt2>
      <a:accent1>
        <a:srgbClr val="004998"/>
      </a:accent1>
      <a:accent2>
        <a:srgbClr val="465059"/>
      </a:accent2>
      <a:accent3>
        <a:srgbClr val="1EB3C8"/>
      </a:accent3>
      <a:accent4>
        <a:srgbClr val="B6D0DD"/>
      </a:accent4>
      <a:accent5>
        <a:srgbClr val="FF5500"/>
      </a:accent5>
      <a:accent6>
        <a:srgbClr val="00C08B"/>
      </a:accent6>
      <a:hlink>
        <a:srgbClr val="797979"/>
      </a:hlink>
      <a:folHlink>
        <a:srgbClr val="C3C3C3"/>
      </a:folHlink>
    </a:clrScheme>
    <a:fontScheme name="8bd448ca-41b9-475c-a0f3-76ec7d1663fd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bg1">
            <a:lumMod val="95000"/>
          </a:schemeClr>
        </a:solidFill>
        <a:ln w="6350">
          <a:solidFill>
            <a:schemeClr val="bg1">
              <a:lumMod val="75000"/>
            </a:schemeClr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a:spPr>
      <a:bodyPr vert="horz" wrap="none" lIns="432000" tIns="46800" rIns="72000" bIns="46800" numCol="1" rtlCol="0" anchor="ctr" anchorCtr="0" compatLnSpc="1">
        <a:prstTxWarp prst="textNoShape">
          <a:avLst/>
        </a:prstTxWarp>
        <a:noAutofit/>
      </a:bodyPr>
      <a:lstStyle>
        <a:defPPr algn="l" fontAlgn="base">
          <a:spcBef>
            <a:spcPct val="0"/>
          </a:spcBef>
          <a:spcAft>
            <a:spcPct val="0"/>
          </a:spcAft>
          <a:buClr>
            <a:srgbClr val="CC0000"/>
          </a:buClr>
          <a:defRPr sz="1400" dirty="0" smtClean="0">
            <a:solidFill>
              <a:srgbClr val="000000"/>
            </a:solidFill>
            <a:latin typeface="Calibri" pitchFamily="34" charset="0"/>
            <a:ea typeface="华文楷体" pitchFamily="2" charset="-122"/>
            <a:cs typeface="Calibri" pitchFamily="34" charset="0"/>
          </a:defRPr>
        </a:defPPr>
      </a:lstStyle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EN">
  <a:themeElements>
    <a:clrScheme name="IHEALTH">
      <a:dk1>
        <a:srgbClr val="000000"/>
      </a:dk1>
      <a:lt1>
        <a:srgbClr val="FFFFFF"/>
      </a:lt1>
      <a:dk2>
        <a:srgbClr val="DB0032"/>
      </a:dk2>
      <a:lt2>
        <a:srgbClr val="414141"/>
      </a:lt2>
      <a:accent1>
        <a:srgbClr val="004998"/>
      </a:accent1>
      <a:accent2>
        <a:srgbClr val="465059"/>
      </a:accent2>
      <a:accent3>
        <a:srgbClr val="1EB3C8"/>
      </a:accent3>
      <a:accent4>
        <a:srgbClr val="B6D0DD"/>
      </a:accent4>
      <a:accent5>
        <a:srgbClr val="FF5500"/>
      </a:accent5>
      <a:accent6>
        <a:srgbClr val="00C08B"/>
      </a:accent6>
      <a:hlink>
        <a:srgbClr val="797979"/>
      </a:hlink>
      <a:folHlink>
        <a:srgbClr val="C3C3C3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5_EN">
  <a:themeElements>
    <a:clrScheme name="IHEALTH">
      <a:dk1>
        <a:srgbClr val="000000"/>
      </a:dk1>
      <a:lt1>
        <a:srgbClr val="FFFFFF"/>
      </a:lt1>
      <a:dk2>
        <a:srgbClr val="DB0032"/>
      </a:dk2>
      <a:lt2>
        <a:srgbClr val="414141"/>
      </a:lt2>
      <a:accent1>
        <a:srgbClr val="004998"/>
      </a:accent1>
      <a:accent2>
        <a:srgbClr val="465059"/>
      </a:accent2>
      <a:accent3>
        <a:srgbClr val="1EB3C8"/>
      </a:accent3>
      <a:accent4>
        <a:srgbClr val="B6D0DD"/>
      </a:accent4>
      <a:accent5>
        <a:srgbClr val="FF5500"/>
      </a:accent5>
      <a:accent6>
        <a:srgbClr val="00C08B"/>
      </a:accent6>
      <a:hlink>
        <a:srgbClr val="797979"/>
      </a:hlink>
      <a:folHlink>
        <a:srgbClr val="C3C3C3"/>
      </a:folHlink>
    </a:clrScheme>
    <a:fontScheme name="8bd448ca-41b9-475c-a0f3-76ec7d1663fd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</a:spPr>
      <a:bodyPr lIns="45720" tIns="45720" rIns="45720" bIns="45720" rtlCol="0" anchor="ctr"/>
      <a:lstStyle>
        <a:defPPr marL="98425" algn="l" defTabSz="914400">
          <a:defRPr sz="700" b="1" dirty="0">
            <a:solidFill>
              <a:srgbClr val="000000"/>
            </a:solidFill>
            <a:cs typeface="+mn-ea"/>
            <a:sym typeface="+mn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EN">
  <a:themeElements>
    <a:clrScheme name="IHEALTH">
      <a:dk1>
        <a:srgbClr val="000000"/>
      </a:dk1>
      <a:lt1>
        <a:srgbClr val="FFFFFF"/>
      </a:lt1>
      <a:dk2>
        <a:srgbClr val="DB0032"/>
      </a:dk2>
      <a:lt2>
        <a:srgbClr val="414141"/>
      </a:lt2>
      <a:accent1>
        <a:srgbClr val="004998"/>
      </a:accent1>
      <a:accent2>
        <a:srgbClr val="465059"/>
      </a:accent2>
      <a:accent3>
        <a:srgbClr val="1EB3C8"/>
      </a:accent3>
      <a:accent4>
        <a:srgbClr val="B6D0DD"/>
      </a:accent4>
      <a:accent5>
        <a:srgbClr val="FF5500"/>
      </a:accent5>
      <a:accent6>
        <a:srgbClr val="00C08B"/>
      </a:accent6>
      <a:hlink>
        <a:srgbClr val="797979"/>
      </a:hlink>
      <a:folHlink>
        <a:srgbClr val="C3C3C3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5989ece0-f90e-40bf-9c79-1a7beccdb861}" enabled="0" method="" siteId="{5989ece0-f90e-40bf-9c79-1a7beccdb8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4691</TotalTime>
  <Words>17364</Words>
  <Application>Microsoft Office PowerPoint</Application>
  <PresentationFormat>全屏显示(16:9)</PresentationFormat>
  <Paragraphs>1933</Paragraphs>
  <Slides>41</Slides>
  <Notes>11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5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59" baseType="lpstr">
      <vt:lpstr>等线</vt:lpstr>
      <vt:lpstr>等线</vt:lpstr>
      <vt:lpstr>Microsoft YaHei</vt:lpstr>
      <vt:lpstr>Microsoft YaHei</vt:lpstr>
      <vt:lpstr>Microsoft YaHei (Body)</vt:lpstr>
      <vt:lpstr>华文细黑</vt:lpstr>
      <vt:lpstr>Arial</vt:lpstr>
      <vt:lpstr>Calibri</vt:lpstr>
      <vt:lpstr>Tahoma</vt:lpstr>
      <vt:lpstr>Times New Roman</vt:lpstr>
      <vt:lpstr>Wingdings</vt:lpstr>
      <vt:lpstr>Wingdings 2</vt:lpstr>
      <vt:lpstr>14_EN</vt:lpstr>
      <vt:lpstr>17_EN</vt:lpstr>
      <vt:lpstr>EN</vt:lpstr>
      <vt:lpstr>15_EN</vt:lpstr>
      <vt:lpstr>2_EN</vt:lpstr>
      <vt:lpstr>think-cell 幻灯片</vt:lpstr>
      <vt:lpstr>PowerPoint 演示文稿</vt:lpstr>
      <vt:lpstr>PowerPoint 演示文稿</vt:lpstr>
      <vt:lpstr>PowerPoint 演示文稿</vt:lpstr>
      <vt:lpstr>项目设计回顾及进度</vt:lpstr>
      <vt:lpstr>PowerPoint 演示文稿</vt:lpstr>
      <vt:lpstr>PowerPoint 演示文稿</vt:lpstr>
      <vt:lpstr>定性关键发现</vt:lpstr>
      <vt:lpstr>1. 小细胞肺癌疾病概况</vt:lpstr>
      <vt:lpstr>PowerPoint 演示文稿</vt:lpstr>
      <vt:lpstr>PowerPoint 演示文稿</vt:lpstr>
      <vt:lpstr>PowerPoint 演示文稿</vt:lpstr>
      <vt:lpstr>2. SCLC 治疗路径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 HS-20093 临床反馈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HS-20093关键机会点总结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附录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iHEALTH</dc:creator>
  <cp:lastModifiedBy>Liao, Frisk</cp:lastModifiedBy>
  <cp:revision>2</cp:revision>
  <cp:lastPrinted>2025-02-24T03:39:49Z</cp:lastPrinted>
  <dcterms:created xsi:type="dcterms:W3CDTF">2021-01-29T04:12:19Z</dcterms:created>
  <dcterms:modified xsi:type="dcterms:W3CDTF">2026-08-10T02:16:23Z</dcterms:modified>
</cp:coreProperties>
</file>