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10" r:id="rId1"/>
    <p:sldMasterId id="2147484331" r:id="rId2"/>
    <p:sldMasterId id="2147484399" r:id="rId3"/>
    <p:sldMasterId id="2147484435" r:id="rId4"/>
    <p:sldMasterId id="2147484465" r:id="rId5"/>
  </p:sldMasterIdLst>
  <p:notesMasterIdLst>
    <p:notesMasterId r:id="rId47"/>
  </p:notesMasterIdLst>
  <p:handoutMasterIdLst>
    <p:handoutMasterId r:id="rId48"/>
  </p:handoutMasterIdLst>
  <p:sldIdLst>
    <p:sldId id="256" r:id="rId16"/>
  </p:sldIdLst>
  <p:sldSz cx="9144000" cy="5143500" type="screen16x9"/>
  <p:notesSz cx="6858000" cy="9144000"/>
  <p:custDataLst>
    <p:tags r:id="rId4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C9FEF0E-6A9C-4907-8ECD-0F7B8B10207F}">
          <p14:sldIdLst>
            <p14:sldId id="2147471412"/>
            <p14:sldId id="2147480525"/>
            <p14:sldId id="2147480494"/>
          </p14:sldIdLst>
        </p14:section>
        <p14:section name="项目设计回顾及进度" id="{3370842C-210E-480D-8F79-FF93D7316138}">
          <p14:sldIdLst>
            <p14:sldId id="2147479738"/>
            <p14:sldId id="2147480475"/>
            <p14:sldId id="2147480437"/>
          </p14:sldIdLst>
        </p14:section>
        <p14:section name="1. 小细胞肺癌（SCLC）疾病概况" id="{06869EB1-D949-44E1-9E8C-912849F55441}">
          <p14:sldIdLst>
            <p14:sldId id="2147480442"/>
            <p14:sldId id="2147480439"/>
            <p14:sldId id="2147480479"/>
            <p14:sldId id="2147480481"/>
            <p14:sldId id="2147480452"/>
          </p14:sldIdLst>
        </p14:section>
        <p14:section name="2. SCLC 诊疗路径及治疗目标" id="{78490BAC-5DE0-4123-B438-3AED0373515C}">
          <p14:sldIdLst>
            <p14:sldId id="2147480495"/>
            <p14:sldId id="2147480462"/>
            <p14:sldId id="2147480455"/>
            <p14:sldId id="2147480518"/>
            <p14:sldId id="2147480524"/>
            <p14:sldId id="2147480463"/>
            <p14:sldId id="2147480464"/>
            <p14:sldId id="2147480513"/>
            <p14:sldId id="2147480465"/>
            <p14:sldId id="2147480418"/>
            <p14:sldId id="2147480461"/>
            <p14:sldId id="2147480490"/>
          </p14:sldIdLst>
        </p14:section>
        <p14:section name="3. HS-20093 临床反馈" id="{896CFD19-F0AF-4216-A17E-E3BC187D2DFA}">
          <p14:sldIdLst>
            <p14:sldId id="2147480496"/>
            <p14:sldId id="2147480458"/>
          </p14:sldIdLst>
        </p14:section>
        <p14:section name="3.1 新疗法/新靶点认知" id="{042AE755-D530-43DC-935C-5261718D260B}">
          <p14:sldIdLst>
            <p14:sldId id="2147480498"/>
            <p14:sldId id="2147480497"/>
          </p14:sldIdLst>
        </p14:section>
        <p14:section name="3.2 HS-20093 临床测试反馈" id="{C119C042-11B4-457A-9DC8-EC69760C4B1B}">
          <p14:sldIdLst>
            <p14:sldId id="2147480450"/>
            <p14:sldId id="2147480499"/>
          </p14:sldIdLst>
        </p14:section>
        <p14:section name="3.3 B7-H3 ADC SCLC 在研产品对比" id="{3789C2CA-6067-46AF-A952-083DC7762FF3}">
          <p14:sldIdLst>
            <p14:sldId id="2147480500"/>
            <p14:sldId id="2147480480"/>
          </p14:sldIdLst>
        </p14:section>
        <p14:section name="HS-20093关键机会点总结" id="{8FFFC6CE-FB28-4F3F-B39F-B85C496D6E32}">
          <p14:sldIdLst>
            <p14:sldId id="2147480483"/>
            <p14:sldId id="2147480503"/>
            <p14:sldId id="2147480507"/>
            <p14:sldId id="2147480509"/>
            <p14:sldId id="2147480493"/>
            <p14:sldId id="2147480504"/>
          </p14:sldIdLst>
        </p14:section>
        <p14:section name="附录" id="{64607388-BDEA-4176-83A2-A939E8D4A4C7}">
          <p14:sldIdLst>
            <p14:sldId id="2147480501"/>
            <p14:sldId id="2147473837"/>
            <p14:sldId id="2147473841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pos="272" userDrawn="1">
          <p15:clr>
            <a:srgbClr val="A4A3A4"/>
          </p15:clr>
        </p15:guide>
        <p15:guide id="2" orient="horz" pos="184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36CBB00-E5EA-E958-5BF1-62D6E08935EF}" name="Adele Wu" initials="AW" userId="Adele Wu" providerId="None"/>
  <p188:author id="{6290F807-2FB8-C0B3-D928-4306A20222DF}" name="Sanne Gui" initials="SG" userId="S-1-5-21-4176529840-3758500571-3342391617-14482" providerId="AD"/>
  <p188:author id="{4093271B-CF17-4E9C-5387-5C677F6AFC75}" name="Dennis Wang" initials="DW" userId="8f9f9bb248e45575" providerId="Windows Live"/>
  <p188:author id="{748C5624-1E14-270F-45BB-169EB791D96E}" name="Gao, Yanbing" initials="YG" userId="S::yanbing.gao@iqvia.com::51ee820a-fe05-4b2e-bfb7-550bd0cdf8f6" providerId="AD"/>
  <p188:author id="{4D874F47-0193-19D9-4FCA-2E2D6C1473F5}" name="Eleana Wang" initials="EW" userId="S-1-5-21-4176529840-3758500571-3342391617-16672" providerId="AD"/>
  <p188:author id="{53CCF057-DA6D-5E60-2DC9-898918403732}" name="Mars Wan" initials="MW" userId="S-1-5-21-4176529840-3758500571-3342391617-16680" providerId="AD"/>
  <p188:author id="{6A893666-C85B-F5D5-D9A7-6442AC105FEE}" name="Jiang, Tracy" initials="TJ" userId="S::tracy.jiang@iqvia.com::797300cd-5ea5-4dea-ab3a-adb1e1491123" providerId="AD"/>
  <p188:author id="{6CDC2067-95AF-8B78-6F6D-DA8F5AA239B8}" name="Wang, Jin" initials="JW" userId="S::jin.wang3@iqvia.com::15286307-37b2-4216-98b9-a8a6377cebe6" providerId="AD"/>
  <p188:author id="{6C96106B-5179-4545-D78C-914D82D74509}" name="Cici Xu" initials="C" userId="S::Cici.Xu@illuminera.com::57ed9a9c-5ece-4e1b-8f31-5c67ac13ab29" providerId="AD"/>
  <p188:author id="{70EA447D-CB26-33E5-2FF2-8D7C00944612}" name="Wu, Adele" initials="AW" userId="S::adele.wu@iqvia.com::e853c65f-6baa-40e9-aa93-4fbfbf599ac1" providerId="AD"/>
  <p188:author id="{DFF19D9D-7780-BB67-D925-1E7AC1D47F84}" name="iHEALTH" initials="i" userId="S::IlluminHealth-Adele@illuminConference.onmicrosoft.com::b67b3c67-61ab-4d54-85cc-ee5aeee034f4" providerId="AD"/>
  <p188:author id="{DDC9DEA7-1F15-9607-4674-5F037158A738}" name="Xu, Cici" initials="CX" userId="S::cici.xu@iqvia.com::b1b2ad97-988c-4f69-a8b5-f036c956dc56" providerId="AD"/>
  <p188:author id="{F2982BB4-C606-F75E-398E-52078EC684F1}" name="Chen, Ariel" initials="AC" userId="S::ariel.chen@iqvia.com::a6494be1-fa41-4c4b-8f9b-f7f7648f6f61" providerId="AD"/>
  <p188:author id="{AEB479B6-EC02-1DF1-EAC2-BC517EE75FEF}" name="Jin Wang" initials="JW" userId="S-1-5-21-4176529840-3758500571-3342391617-14489" providerId="AD"/>
  <p188:author id="{1DFFEDC3-23AA-68BB-0816-E7C00C277A5C}" name="珏 文" initials="珏文" userId="aba3b69d15165f8b" providerId="Windows Live"/>
  <p188:author id="{5CA1DED7-05AC-5FDC-6C9D-80EA1635A7CB}" name="Grace Chen" initials="CG" userId="S::Grace.Chen@illuminera.com::fd0f472d-8db1-49c0-8fec-7b65a10fe094" providerId="AD"/>
  <p188:author id="{6DAAD0E0-230A-BADC-416C-89129D0EEE6B}" name="LiJiaxi" initials="JL" userId="S::jl11322@nyu.edu::3482cc7e-71ed-4c50-8943-27354c8d4ac7" providerId="AD"/>
  <p188:author id="{83B298F0-A315-A6C8-8FD4-70686F0B68E8}" name="Chen, Grace" initials="GC" userId="S::grace.chen@iqvia.com::415c4dc7-4001-442c-a93a-60c9c3b817bb" providerId="AD"/>
  <p188:author id="{299C29FD-A9A7-9C67-6135-5F1BBAE4299D}" name="Yue Yu" initials="YY" userId="S-1-5-21-4176529840-3758500571-3342391617-1575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Yolanda Yan" initials="YY" lastIdx="81" clrIdx="6">
    <p:extLst>
      <p:ext uri="{19B8F6BF-5375-455C-9EA6-DF929625EA0E}">
        <p15:presenceInfo xmlns:p15="http://schemas.microsoft.com/office/powerpoint/2012/main" userId="S::Yolanda.Yan@illuminera.com::be6a8e7d-5181-43f1-a115-5db8c9edd13b" providerId="AD"/>
      </p:ext>
    </p:extLst>
  </p:cmAuthor>
  <p:cmAuthor id="1" name="Hayley Yan" initials="HY" lastIdx="110" clrIdx="0">
    <p:extLst>
      <p:ext uri="{19B8F6BF-5375-455C-9EA6-DF929625EA0E}">
        <p15:presenceInfo xmlns:p15="http://schemas.microsoft.com/office/powerpoint/2012/main" userId="Hayley Yan" providerId="None"/>
      </p:ext>
    </p:extLst>
  </p:cmAuthor>
  <p:cmAuthor id="8" name="Frisk Liao" initials="FL" lastIdx="28" clrIdx="7">
    <p:extLst>
      <p:ext uri="{19B8F6BF-5375-455C-9EA6-DF929625EA0E}">
        <p15:presenceInfo xmlns:p15="http://schemas.microsoft.com/office/powerpoint/2012/main" userId="S-1-5-21-4176529840-3758500571-3342391617-15630" providerId="AD"/>
      </p:ext>
    </p:extLst>
  </p:cmAuthor>
  <p:cmAuthor id="2" name="Vicky Wang" initials="VW" lastIdx="44" clrIdx="1">
    <p:extLst>
      <p:ext uri="{19B8F6BF-5375-455C-9EA6-DF929625EA0E}">
        <p15:presenceInfo xmlns:p15="http://schemas.microsoft.com/office/powerpoint/2012/main" userId="S-1-5-21-4176529840-3758500571-3342391617-14396" providerId="AD"/>
      </p:ext>
    </p:extLst>
  </p:cmAuthor>
  <p:cmAuthor id="3" name="Grace Chen" initials="GC [2]" lastIdx="232" clrIdx="2">
    <p:extLst>
      <p:ext uri="{19B8F6BF-5375-455C-9EA6-DF929625EA0E}">
        <p15:presenceInfo xmlns:p15="http://schemas.microsoft.com/office/powerpoint/2012/main" userId="Grace Chen" providerId="None"/>
      </p:ext>
    </p:extLst>
  </p:cmAuthor>
  <p:cmAuthor id="4" name="Adele Wu" initials="AW" lastIdx="96" clrIdx="3">
    <p:extLst>
      <p:ext uri="{19B8F6BF-5375-455C-9EA6-DF929625EA0E}">
        <p15:presenceInfo xmlns:p15="http://schemas.microsoft.com/office/powerpoint/2012/main" userId="Adele Wu" providerId="None"/>
      </p:ext>
    </p:extLst>
  </p:cmAuthor>
  <p:cmAuthor id="5" name="Adele Wu" initials="AW [2]" lastIdx="30" clrIdx="4">
    <p:extLst>
      <p:ext uri="{19B8F6BF-5375-455C-9EA6-DF929625EA0E}">
        <p15:presenceInfo xmlns:p15="http://schemas.microsoft.com/office/powerpoint/2012/main" userId="S-1-5-21-4176529840-3758500571-3342391617-1115" providerId="AD"/>
      </p:ext>
    </p:extLst>
  </p:cmAuthor>
  <p:cmAuthor id="6" name="Jessica Zhao" initials="JZ" lastIdx="3" clrIdx="5">
    <p:extLst>
      <p:ext uri="{19B8F6BF-5375-455C-9EA6-DF929625EA0E}">
        <p15:presenceInfo xmlns:p15="http://schemas.microsoft.com/office/powerpoint/2012/main" userId="S-1-5-21-4176529840-3758500571-3342391617-1345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5D2"/>
    <a:srgbClr val="CEF3F8"/>
    <a:srgbClr val="FFFFFF"/>
    <a:srgbClr val="9EE6F0"/>
    <a:srgbClr val="B7DAFF"/>
    <a:srgbClr val="FFEEE5"/>
    <a:srgbClr val="FFDDCC"/>
    <a:srgbClr val="7F7F7F"/>
    <a:srgbClr val="BFFFED"/>
    <a:srgbClr val="6DDA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EFA6B8-AD8A-480D-9583-4BFE8A96D2D9}" v="1" dt="2026-08-10T02:16:22.3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主题样式 2 - 强调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4660"/>
  </p:normalViewPr>
  <p:slideViewPr>
    <p:cSldViewPr snapToGrid="0">
      <p:cViewPr varScale="1">
        <p:scale>
          <a:sx n="85" d="100"/>
          <a:sy n="85" d="100"/>
        </p:scale>
        <p:origin x="276" y="56"/>
      </p:cViewPr>
      <p:guideLst>
        <p:guide pos="272"/>
        <p:guide orient="horz" pos="184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16" Type="http://schemas.openxmlformats.org/officeDocument/2006/relationships/slide" Target="slides/slide1.xml"/><Relationship Id="rId47" Type="http://schemas.openxmlformats.org/officeDocument/2006/relationships/notesMaster" Target="notesMasters/notesMaster1.xml"/><Relationship Id="rId48" Type="http://schemas.openxmlformats.org/officeDocument/2006/relationships/handoutMaster" Target="handoutMasters/handoutMaster1.xml"/><Relationship Id="rId49" Type="http://schemas.openxmlformats.org/officeDocument/2006/relationships/tags" Target="tags/tag1.xml"/><Relationship Id="rId50" Type="http://schemas.openxmlformats.org/officeDocument/2006/relationships/commentAuthors" Target="commentAuthors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Relationship Id="rId55" Type="http://schemas.microsoft.com/office/2015/10/relationships/revisionInfo" Target="revisionInfo.xml"/><Relationship Id="rId56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>
              <a:latin typeface="微软雅黑" charset="-122"/>
              <a:ea typeface="微软雅黑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>
              <a:latin typeface="微软雅黑" charset="-122"/>
              <a:ea typeface="微软雅黑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4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22AF28-CE15-954B-A69C-87156E8C37CF}" type="slidenum">
              <a:rPr kumimoji="1" lang="zh-CN" altLang="en-US" smtClean="0">
                <a:latin typeface="微软雅黑" charset="-122"/>
                <a:ea typeface="微软雅黑" charset="-122"/>
              </a:rPr>
              <a:t>‹#›</a:t>
            </a:fld>
            <a:endParaRPr kumimoji="1" lang="zh-CN" altLang="en-US">
              <a:latin typeface="微软雅黑" charset="-122"/>
              <a:ea typeface="微软雅黑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4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FD2F7B-AA04-E94F-AA4C-9324406784C9}" type="datetimeFigureOut">
              <a:rPr kumimoji="1" lang="zh-CN" altLang="en-US" smtClean="0"/>
              <a:t>2026/8/10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819893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微软雅黑" charset="-122"/>
                <a:ea typeface="微软雅黑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4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微软雅黑" charset="-122"/>
                <a:ea typeface="微软雅黑" charset="-122"/>
              </a:defRPr>
            </a:lvl1pPr>
          </a:lstStyle>
          <a:p>
            <a:fld id="{E7349437-D966-C042-AD07-08DC5F57FA61}" type="datetimeFigureOut">
              <a:rPr kumimoji="1" lang="zh-CN" altLang="en-US" smtClean="0"/>
              <a:pPr/>
              <a:t>2026/8/10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微软雅黑" charset="-122"/>
                <a:ea typeface="微软雅黑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4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微软雅黑" charset="-122"/>
                <a:ea typeface="微软雅黑" charset="-122"/>
              </a:defRPr>
            </a:lvl1pPr>
          </a:lstStyle>
          <a:p>
            <a:fld id="{D4AC4EF1-E5F2-CA4A-85CD-8687DF9A4758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2560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微软雅黑" charset="-122"/>
        <a:ea typeface="微软雅黑" charset="-122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微软雅黑" charset="-122"/>
        <a:ea typeface="微软雅黑" charset="-122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微软雅黑" charset="-122"/>
        <a:ea typeface="微软雅黑" charset="-122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微软雅黑" charset="-122"/>
        <a:ea typeface="微软雅黑" charset="-122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微软雅黑" charset="-122"/>
        <a:ea typeface="微软雅黑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4.emf"/><Relationship Id="rId5" Type="http://schemas.openxmlformats.org/officeDocument/2006/relationships/image" Target="../media/image4.jpe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20.emf"/><Relationship Id="rId5" Type="http://schemas.openxmlformats.org/officeDocument/2006/relationships/image" Target="../media/image7.png"/><Relationship Id="rId6" Type="http://schemas.openxmlformats.org/officeDocument/2006/relationships/image" Target="../media/image21.png"/><Relationship Id="rId7" Type="http://schemas.microsoft.com/office/2007/relationships/hdphoto" Target="../media/hdphoto2.wdp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jpe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22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4.emf"/><Relationship Id="rId5" Type="http://schemas.openxmlformats.org/officeDocument/2006/relationships/image" Target="../media/image4.jpe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7.jpe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e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5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49552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割页(备选)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5D60ED-C611-0742-B0D0-0637BED47F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5397" y="1739533"/>
            <a:ext cx="2213733" cy="1800837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4695060" y="2016804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24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5062" y="2393995"/>
            <a:ext cx="3205162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74581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598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分割页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9143391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5562882" y="2620653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7" name="文本占位符 8"/>
          <p:cNvSpPr>
            <a:spLocks noGrp="1"/>
          </p:cNvSpPr>
          <p:nvPr>
            <p:ph type="body" sz="quarter" idx="12" hasCustomPrompt="1"/>
          </p:nvPr>
        </p:nvSpPr>
        <p:spPr>
          <a:xfrm>
            <a:off x="5562273" y="2997844"/>
            <a:ext cx="3205771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7993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_双行标题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hqprint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4929" y="2702413"/>
            <a:ext cx="1838114" cy="2209844"/>
          </a:xfrm>
          <a:prstGeom prst="rect">
            <a:avLst/>
          </a:prstGeom>
        </p:spPr>
      </p:pic>
      <p:sp>
        <p:nvSpPr>
          <p:cNvPr id="6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252865" y="197070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681392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3" y="493777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2" y="493777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28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9241" y="1403718"/>
            <a:ext cx="4989369" cy="299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Table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Content</a:t>
            </a:r>
          </a:p>
        </p:txBody>
      </p:sp>
      <p:sp>
        <p:nvSpPr>
          <p:cNvPr id="29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5629" y="1695079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</p:txBody>
      </p:sp>
      <p:sp>
        <p:nvSpPr>
          <p:cNvPr id="30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45629" y="1950035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3" name="平行四边形 32"/>
          <p:cNvSpPr/>
          <p:nvPr userDrawn="1"/>
        </p:nvSpPr>
        <p:spPr>
          <a:xfrm flipH="1">
            <a:off x="3951219" y="1835159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4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45629" y="219505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2</a:t>
            </a:r>
          </a:p>
        </p:txBody>
      </p:sp>
      <p:sp>
        <p:nvSpPr>
          <p:cNvPr id="35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45629" y="245001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6" name="平行四边形 35"/>
          <p:cNvSpPr/>
          <p:nvPr userDrawn="1"/>
        </p:nvSpPr>
        <p:spPr>
          <a:xfrm flipH="1">
            <a:off x="3951219" y="2335136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7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45629" y="2698343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3</a:t>
            </a:r>
          </a:p>
        </p:txBody>
      </p:sp>
      <p:sp>
        <p:nvSpPr>
          <p:cNvPr id="38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45629" y="2953300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9" name="平行四边形 38"/>
          <p:cNvSpPr/>
          <p:nvPr userDrawn="1"/>
        </p:nvSpPr>
        <p:spPr>
          <a:xfrm flipH="1">
            <a:off x="3951219" y="2838423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0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45629" y="3198320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4</a:t>
            </a:r>
          </a:p>
        </p:txBody>
      </p:sp>
      <p:sp>
        <p:nvSpPr>
          <p:cNvPr id="4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45629" y="3453277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2" name="平行四边形 41"/>
          <p:cNvSpPr/>
          <p:nvPr userDrawn="1"/>
        </p:nvSpPr>
        <p:spPr>
          <a:xfrm flipH="1">
            <a:off x="3951219" y="3338400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3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145629" y="3698297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5</a:t>
            </a:r>
          </a:p>
        </p:txBody>
      </p:sp>
      <p:sp>
        <p:nvSpPr>
          <p:cNvPr id="44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145629" y="3953254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8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45629" y="420268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6</a:t>
            </a:r>
          </a:p>
        </p:txBody>
      </p:sp>
      <p:sp>
        <p:nvSpPr>
          <p:cNvPr id="5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45629" y="445764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2" name="平行四边形 1">
            <a:extLst>
              <a:ext uri="{FF2B5EF4-FFF2-40B4-BE49-F238E27FC236}">
                <a16:creationId xmlns:a16="http://schemas.microsoft.com/office/drawing/2014/main" id="{484D00F8-89D7-C39A-CF7E-B270957AEC22}"/>
              </a:ext>
            </a:extLst>
          </p:cNvPr>
          <p:cNvSpPr/>
          <p:nvPr userDrawn="1"/>
        </p:nvSpPr>
        <p:spPr>
          <a:xfrm flipH="1">
            <a:off x="3951219" y="3781061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02977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6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7444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_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4" y="493778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3" y="493778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31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9242" y="1452437"/>
            <a:ext cx="4989370" cy="1782411"/>
          </a:xfrm>
          <a:prstGeom prst="rect">
            <a:avLst/>
          </a:prstGeom>
        </p:spPr>
        <p:txBody>
          <a:bodyPr tIns="0" bIns="0" anchor="t" anchorCtr="0">
            <a:spAutoFit/>
          </a:bodyPr>
          <a:lstStyle>
            <a:lvl1pPr marL="323992" indent="-323992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SzPct val="90000"/>
              <a:buFontTx/>
              <a:buBlip>
                <a:blip r:embed="rId4"/>
              </a:buBlip>
              <a:tabLst/>
              <a:defRPr sz="135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674984" indent="-269993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3"/>
              </a:buClr>
              <a:buFont typeface="Wingdings" panose="05000000000000000000" pitchFamily="2" charset="2"/>
              <a:buChar char="Ø"/>
              <a:defRPr sz="1050"/>
            </a:lvl2pPr>
          </a:lstStyle>
          <a:p>
            <a:pPr lvl="0"/>
            <a:r>
              <a:rPr lang="en-US" altLang="zh-CN" err="1"/>
              <a:t>Xx</a:t>
            </a:r>
            <a:endParaRPr lang="en-US" altLang="zh-CN"/>
          </a:p>
          <a:p>
            <a:pPr lvl="0"/>
            <a:r>
              <a:rPr lang="en-US" altLang="zh-CN"/>
              <a:t>xx</a:t>
            </a:r>
          </a:p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  <a:p>
            <a:pPr lvl="0"/>
            <a:endParaRPr lang="en-US" altLang="zh-CN"/>
          </a:p>
          <a:p>
            <a:pPr lvl="0"/>
            <a:endParaRPr lang="en-US" altLang="zh-CN"/>
          </a:p>
        </p:txBody>
      </p:sp>
      <p:sp>
        <p:nvSpPr>
          <p:cNvPr id="34" name="矩形 33"/>
          <p:cNvSpPr/>
          <p:nvPr/>
        </p:nvSpPr>
        <p:spPr>
          <a:xfrm>
            <a:off x="0" y="4885924"/>
            <a:ext cx="9144000" cy="25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61111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47016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封面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5AF2E7A-9910-CB1F-3CA6-CB50AF6705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3453611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6" imgH="428" progId="TCLayout.ActiveDocument.1">
                  <p:embed/>
                </p:oleObj>
              </mc:Choice>
              <mc:Fallback>
                <p:oleObj name="think-cell 幻灯片" r:id="rId3" imgW="426" imgH="42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5AF2E7A-9910-CB1F-3CA6-CB50AF6705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5">
            <a:extLst>
              <a:ext uri="{FF2B5EF4-FFF2-40B4-BE49-F238E27FC236}">
                <a16:creationId xmlns:a16="http://schemas.microsoft.com/office/drawing/2014/main" id="{725C3573-3C4E-D539-FD3B-8266D872C7A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7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  <p:sp>
        <p:nvSpPr>
          <p:cNvPr id="18" name="矩形 17"/>
          <p:cNvSpPr/>
          <p:nvPr userDrawn="1"/>
        </p:nvSpPr>
        <p:spPr>
          <a:xfrm>
            <a:off x="0" y="4885924"/>
            <a:ext cx="9144000" cy="25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6262077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内页_单行标题01 j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7" y="457200"/>
            <a:ext cx="817739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49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3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079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74">
          <p15:clr>
            <a:srgbClr val="FBAE40"/>
          </p15:clr>
        </p15:guide>
        <p15:guide id="3" pos="7242">
          <p15:clr>
            <a:srgbClr val="FBAE40"/>
          </p15:clr>
        </p15:guide>
        <p15:guide id="4" orient="horz" pos="531">
          <p15:clr>
            <a:srgbClr val="FBAE40"/>
          </p15:clr>
        </p15:guide>
        <p15:guide id="6" pos="158">
          <p15:clr>
            <a:srgbClr val="FBAE40"/>
          </p15:clr>
        </p15:guide>
        <p15:guide id="7" pos="5602">
          <p15:clr>
            <a:srgbClr val="FBAE40"/>
          </p15:clr>
        </p15:guide>
        <p15:guide id="8" orient="horz" pos="62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3" y="493777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2" y="493777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28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9241" y="1403718"/>
            <a:ext cx="4989369" cy="299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Table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Content</a:t>
            </a:r>
          </a:p>
        </p:txBody>
      </p:sp>
      <p:sp>
        <p:nvSpPr>
          <p:cNvPr id="29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5629" y="1753305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</p:txBody>
      </p:sp>
      <p:sp>
        <p:nvSpPr>
          <p:cNvPr id="34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45629" y="2123892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2</a:t>
            </a:r>
          </a:p>
        </p:txBody>
      </p:sp>
      <p:sp>
        <p:nvSpPr>
          <p:cNvPr id="37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45629" y="2491319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3</a:t>
            </a:r>
          </a:p>
        </p:txBody>
      </p:sp>
      <p:sp>
        <p:nvSpPr>
          <p:cNvPr id="40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45629" y="285543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29787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_单行标题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5" name="平行四边形 4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C2A21A-6CD0-4C44-BD01-72E54511D8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3000"/>
          </a:blip>
          <a:srcRect r="6894" b="4502"/>
          <a:stretch/>
        </p:blipFill>
        <p:spPr>
          <a:xfrm>
            <a:off x="7304929" y="2702413"/>
            <a:ext cx="1838114" cy="2209844"/>
          </a:xfrm>
          <a:prstGeom prst="rect">
            <a:avLst/>
          </a:prstGeom>
        </p:spPr>
      </p:pic>
      <p:sp>
        <p:nvSpPr>
          <p:cNvPr id="8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57369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封面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04910CA-74DD-EDE5-2B65-480D162341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06065" y="816430"/>
            <a:ext cx="3360423" cy="3649436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6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  <p:sp>
        <p:nvSpPr>
          <p:cNvPr id="18" name="矩形 17"/>
          <p:cNvSpPr/>
          <p:nvPr userDrawn="1"/>
        </p:nvSpPr>
        <p:spPr>
          <a:xfrm>
            <a:off x="0" y="4885924"/>
            <a:ext cx="9144000" cy="25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3436203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割页(备选)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5D60ED-C611-0742-B0D0-0637BED47F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5398" y="1739534"/>
            <a:ext cx="2213733" cy="1800837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4695060" y="2016804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24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5063" y="2393996"/>
            <a:ext cx="3205162" cy="500731"/>
          </a:xfrm>
          <a:prstGeom prst="rect">
            <a:avLst/>
          </a:prstGeom>
        </p:spPr>
        <p:txBody>
          <a:bodyPr/>
          <a:lstStyle>
            <a:lvl1pPr marL="0" marR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2941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7026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分割页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0"/>
            <a:ext cx="9143391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5562882" y="2620653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7" name="文本占位符 8"/>
          <p:cNvSpPr>
            <a:spLocks noGrp="1"/>
          </p:cNvSpPr>
          <p:nvPr>
            <p:ph type="body" sz="quarter" idx="12" hasCustomPrompt="1"/>
          </p:nvPr>
        </p:nvSpPr>
        <p:spPr>
          <a:xfrm>
            <a:off x="5562274" y="2997845"/>
            <a:ext cx="3205771" cy="500731"/>
          </a:xfrm>
          <a:prstGeom prst="rect">
            <a:avLst/>
          </a:prstGeom>
        </p:spPr>
        <p:txBody>
          <a:bodyPr/>
          <a:lstStyle>
            <a:lvl1pPr marL="0" marR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75855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/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81431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_双行标题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hqprint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4929" y="2702413"/>
            <a:ext cx="1838114" cy="2209844"/>
          </a:xfrm>
          <a:prstGeom prst="rect">
            <a:avLst/>
          </a:prstGeom>
        </p:spPr>
      </p:pic>
      <p:sp>
        <p:nvSpPr>
          <p:cNvPr id="6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252866" y="197071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2" marR="0" indent="-171442" algn="l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318522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2" marR="0" indent="-171442" algn="l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3306313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6A84E2A-2C4B-1F4E-9F04-191F2A4353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3422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页_双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64C3FE0-8E8E-EF4C-B43E-82FAACBCF055}"/>
              </a:ext>
            </a:extLst>
          </p:cNvPr>
          <p:cNvSpPr txBox="1"/>
          <p:nvPr userDrawn="1"/>
        </p:nvSpPr>
        <p:spPr>
          <a:xfrm>
            <a:off x="8411031" y="41656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800"/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2866" y="197071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4" name="平行四边形 3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2" marR="0" indent="-171442" algn="l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1770150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4" y="493778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3" y="493778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28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9241" y="1403718"/>
            <a:ext cx="4989369" cy="299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Table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Content</a:t>
            </a:r>
          </a:p>
        </p:txBody>
      </p:sp>
      <p:sp>
        <p:nvSpPr>
          <p:cNvPr id="29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5630" y="1695080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</p:txBody>
      </p:sp>
      <p:sp>
        <p:nvSpPr>
          <p:cNvPr id="30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45630" y="1950035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3" name="平行四边形 32"/>
          <p:cNvSpPr/>
          <p:nvPr userDrawn="1"/>
        </p:nvSpPr>
        <p:spPr>
          <a:xfrm flipH="1">
            <a:off x="3951219" y="1835159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4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45630" y="2195057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2</a:t>
            </a:r>
          </a:p>
        </p:txBody>
      </p:sp>
      <p:sp>
        <p:nvSpPr>
          <p:cNvPr id="35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45630" y="245001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6" name="平行四边形 35"/>
          <p:cNvSpPr/>
          <p:nvPr userDrawn="1"/>
        </p:nvSpPr>
        <p:spPr>
          <a:xfrm flipH="1">
            <a:off x="3951219" y="2335136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7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45630" y="2698344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3</a:t>
            </a:r>
          </a:p>
        </p:txBody>
      </p:sp>
      <p:sp>
        <p:nvSpPr>
          <p:cNvPr id="38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45630" y="2953301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9" name="平行四边形 38"/>
          <p:cNvSpPr/>
          <p:nvPr userDrawn="1"/>
        </p:nvSpPr>
        <p:spPr>
          <a:xfrm flipH="1">
            <a:off x="3951219" y="2838423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0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45630" y="3198321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4</a:t>
            </a:r>
          </a:p>
        </p:txBody>
      </p:sp>
      <p:sp>
        <p:nvSpPr>
          <p:cNvPr id="4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45630" y="3453278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2" name="平行四边形 41"/>
          <p:cNvSpPr/>
          <p:nvPr userDrawn="1"/>
        </p:nvSpPr>
        <p:spPr>
          <a:xfrm flipH="1">
            <a:off x="3951219" y="3338400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3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145630" y="3698298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5</a:t>
            </a:r>
          </a:p>
        </p:txBody>
      </p:sp>
      <p:sp>
        <p:nvSpPr>
          <p:cNvPr id="44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145630" y="3953255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8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45630" y="4202687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6</a:t>
            </a:r>
          </a:p>
        </p:txBody>
      </p:sp>
      <p:sp>
        <p:nvSpPr>
          <p:cNvPr id="5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45630" y="445764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2" name="平行四边形 1">
            <a:extLst>
              <a:ext uri="{FF2B5EF4-FFF2-40B4-BE49-F238E27FC236}">
                <a16:creationId xmlns:a16="http://schemas.microsoft.com/office/drawing/2014/main" id="{484D00F8-89D7-C39A-CF7E-B270957AEC22}"/>
              </a:ext>
            </a:extLst>
          </p:cNvPr>
          <p:cNvSpPr/>
          <p:nvPr userDrawn="1"/>
        </p:nvSpPr>
        <p:spPr>
          <a:xfrm flipH="1">
            <a:off x="3951219" y="3781061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308853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5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09197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割页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9143391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5562882" y="2620653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7" name="文本占位符 8"/>
          <p:cNvSpPr>
            <a:spLocks noGrp="1"/>
          </p:cNvSpPr>
          <p:nvPr>
            <p:ph type="body" sz="quarter" idx="12" hasCustomPrompt="1"/>
          </p:nvPr>
        </p:nvSpPr>
        <p:spPr>
          <a:xfrm>
            <a:off x="5562273" y="2997844"/>
            <a:ext cx="3205771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74349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3" y="493777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2" y="493777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28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9241" y="1403718"/>
            <a:ext cx="4989369" cy="299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Table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Content</a:t>
            </a:r>
          </a:p>
        </p:txBody>
      </p:sp>
      <p:sp>
        <p:nvSpPr>
          <p:cNvPr id="29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5629" y="1695079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</p:txBody>
      </p:sp>
      <p:sp>
        <p:nvSpPr>
          <p:cNvPr id="30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45629" y="1950035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4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45629" y="219505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2</a:t>
            </a:r>
          </a:p>
        </p:txBody>
      </p:sp>
      <p:sp>
        <p:nvSpPr>
          <p:cNvPr id="35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45629" y="245001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7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45629" y="2698343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3</a:t>
            </a:r>
          </a:p>
        </p:txBody>
      </p:sp>
      <p:sp>
        <p:nvSpPr>
          <p:cNvPr id="38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45629" y="2953300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0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45629" y="3198320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4</a:t>
            </a:r>
          </a:p>
        </p:txBody>
      </p:sp>
      <p:sp>
        <p:nvSpPr>
          <p:cNvPr id="4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45629" y="3453277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3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145629" y="3698297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5</a:t>
            </a:r>
          </a:p>
        </p:txBody>
      </p:sp>
      <p:sp>
        <p:nvSpPr>
          <p:cNvPr id="44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145629" y="3953254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154356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87927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双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64C3FE0-8E8E-EF4C-B43E-82FAACBCF055}"/>
              </a:ext>
            </a:extLst>
          </p:cNvPr>
          <p:cNvSpPr txBox="1"/>
          <p:nvPr userDrawn="1"/>
        </p:nvSpPr>
        <p:spPr>
          <a:xfrm>
            <a:off x="8411030" y="41656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800"/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2865" y="197070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4" name="平行四边形 3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7891853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导航_双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64C3FE0-8E8E-EF4C-B43E-82FAACBCF055}"/>
              </a:ext>
            </a:extLst>
          </p:cNvPr>
          <p:cNvSpPr txBox="1"/>
          <p:nvPr userDrawn="1"/>
        </p:nvSpPr>
        <p:spPr>
          <a:xfrm>
            <a:off x="8411030" y="41656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800"/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2865" y="197070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1168400"/>
            <a:ext cx="8298999" cy="332263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3847500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6A84E2A-2C4B-1F4E-9F04-191F2A4353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05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内页_单行标题01 j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C5439D98-0BA4-71B3-A776-1DC4F016D6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65" y="4752976"/>
            <a:ext cx="4400780" cy="13903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accent2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kumimoji="1" lang="en-US" altLang="zh-CN"/>
              <a:t>footnote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3343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74">
          <p15:clr>
            <a:srgbClr val="FBAE40"/>
          </p15:clr>
        </p15:guide>
        <p15:guide id="3" pos="7242">
          <p15:clr>
            <a:srgbClr val="FBAE40"/>
          </p15:clr>
        </p15:guide>
        <p15:guide id="4" orient="horz" pos="531">
          <p15:clr>
            <a:srgbClr val="FBAE40"/>
          </p15:clr>
        </p15:guide>
        <p15:guide id="6" pos="158">
          <p15:clr>
            <a:srgbClr val="FBAE40"/>
          </p15:clr>
        </p15:guide>
        <p15:guide id="7" pos="5602">
          <p15:clr>
            <a:srgbClr val="FBAE40"/>
          </p15:clr>
        </p15:guide>
        <p15:guide id="8" orient="horz" pos="62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4" y="493778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3" y="493778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31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9242" y="1452437"/>
            <a:ext cx="4989370" cy="1782411"/>
          </a:xfrm>
          <a:prstGeom prst="rect">
            <a:avLst/>
          </a:prstGeom>
        </p:spPr>
        <p:txBody>
          <a:bodyPr tIns="0" bIns="0" anchor="t" anchorCtr="0">
            <a:spAutoFit/>
          </a:bodyPr>
          <a:lstStyle>
            <a:lvl1pPr marL="323992" indent="-323992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SzPct val="90000"/>
              <a:buFontTx/>
              <a:buBlip>
                <a:blip r:embed="rId4"/>
              </a:buBlip>
              <a:tabLst/>
              <a:defRPr sz="135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674984" indent="-269993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3"/>
              </a:buClr>
              <a:buFont typeface="Wingdings" panose="05000000000000000000" pitchFamily="2" charset="2"/>
              <a:buChar char="Ø"/>
              <a:defRPr sz="1050"/>
            </a:lvl2pPr>
          </a:lstStyle>
          <a:p>
            <a:pPr lvl="0"/>
            <a:r>
              <a:rPr lang="en-US" altLang="zh-CN" err="1"/>
              <a:t>Xx</a:t>
            </a:r>
            <a:endParaRPr lang="en-US" altLang="zh-CN"/>
          </a:p>
          <a:p>
            <a:pPr lvl="0"/>
            <a:r>
              <a:rPr lang="en-US" altLang="zh-CN"/>
              <a:t>xx</a:t>
            </a:r>
          </a:p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  <a:p>
            <a:pPr lvl="0"/>
            <a:endParaRPr lang="en-US" altLang="zh-CN"/>
          </a:p>
          <a:p>
            <a:pPr lvl="0"/>
            <a:endParaRPr lang="en-US" altLang="zh-CN"/>
          </a:p>
        </p:txBody>
      </p:sp>
      <p:sp>
        <p:nvSpPr>
          <p:cNvPr id="34" name="矩形 33"/>
          <p:cNvSpPr/>
          <p:nvPr/>
        </p:nvSpPr>
        <p:spPr>
          <a:xfrm>
            <a:off x="0" y="4885924"/>
            <a:ext cx="9144000" cy="25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42678725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分割页(备选)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99A622AF-547A-F770-13A2-D6B31ACB95C6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75987694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70" imgH="469" progId="TCLayout.ActiveDocument.1">
                  <p:embed/>
                </p:oleObj>
              </mc:Choice>
              <mc:Fallback>
                <p:oleObj name="think-cell 幻灯片" r:id="rId3" imgW="470" imgH="46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99A622AF-547A-F770-13A2-D6B31ACB95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5D60ED-C611-0742-B0D0-0637BED47FD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5397" y="1739533"/>
            <a:ext cx="2213733" cy="1800837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4695060" y="2016804"/>
            <a:ext cx="3205162" cy="377190"/>
          </a:xfrm>
          <a:prstGeom prst="rect">
            <a:avLst/>
          </a:prstGeom>
        </p:spPr>
        <p:txBody>
          <a:bodyPr vert="horz" tIns="72000" rIns="9144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24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5062" y="2393995"/>
            <a:ext cx="3205162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46059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254854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7572402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-内页1行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Gill Sans MT" charset="0"/>
                <a:cs typeface="Gill Sans MT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508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>
          <p15:clr>
            <a:srgbClr val="FBAE40"/>
          </p15:clr>
        </p15:guide>
        <p15:guide id="2" pos="5602">
          <p15:clr>
            <a:srgbClr val="FBAE40"/>
          </p15:clr>
        </p15:guide>
        <p15:guide id="3" pos="158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7DFF7169-F5DA-6179-E3B7-95E0AAECB6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66" y="4703446"/>
            <a:ext cx="6223864" cy="161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75">
                <a:solidFill>
                  <a:schemeClr val="accent2"/>
                </a:solidFill>
              </a:defRPr>
            </a:lvl1pPr>
            <a:lvl2pPr>
              <a:defRPr sz="750"/>
            </a:lvl2pPr>
            <a:lvl3pPr>
              <a:defRPr sz="675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kumimoji="1" lang="en-US" altLang="zh-CN"/>
              <a:t>footnote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22134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5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39224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割页(备选)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5D60ED-C611-0742-B0D0-0637BED47F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5397" y="1739533"/>
            <a:ext cx="2213733" cy="1800837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4695060" y="2016804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24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5062" y="2393995"/>
            <a:ext cx="3205162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88463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73256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分割页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9143391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5562882" y="2620653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7" name="文本占位符 8"/>
          <p:cNvSpPr>
            <a:spLocks noGrp="1"/>
          </p:cNvSpPr>
          <p:nvPr>
            <p:ph type="body" sz="quarter" idx="12" hasCustomPrompt="1"/>
          </p:nvPr>
        </p:nvSpPr>
        <p:spPr>
          <a:xfrm>
            <a:off x="5562273" y="2997844"/>
            <a:ext cx="3205771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375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_双行标题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hqprint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4929" y="2702413"/>
            <a:ext cx="1838114" cy="2209844"/>
          </a:xfrm>
          <a:prstGeom prst="rect">
            <a:avLst/>
          </a:prstGeom>
        </p:spPr>
      </p:pic>
      <p:sp>
        <p:nvSpPr>
          <p:cNvPr id="6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252865" y="197070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739003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内页_单行标题01 j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17739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/>
              <a:cs typeface="微软雅黑" charset="-122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C5439D98-0BA4-71B3-A776-1DC4F016D6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4540" y="4752976"/>
            <a:ext cx="4400780" cy="139035"/>
          </a:xfrm>
          <a:prstGeom prst="rect">
            <a:avLst/>
          </a:prstGeom>
        </p:spPr>
        <p:txBody>
          <a:bodyPr wrap="none" anchor="b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accent2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kumimoji="1" lang="en-US" altLang="zh-CN"/>
              <a:t>footnote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1753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74">
          <p15:clr>
            <a:srgbClr val="FBAE40"/>
          </p15:clr>
        </p15:guide>
        <p15:guide id="3" pos="7537">
          <p15:clr>
            <a:srgbClr val="FBAE40"/>
          </p15:clr>
        </p15:guide>
        <p15:guide id="4" orient="horz" pos="799">
          <p15:clr>
            <a:srgbClr val="FBAE40"/>
          </p15:clr>
        </p15:guide>
        <p15:guide id="6" pos="143">
          <p15:clr>
            <a:srgbClr val="FBAE40"/>
          </p15:clr>
        </p15:guide>
        <p15:guide id="8" orient="horz" pos="709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页_双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64C3FE0-8E8E-EF4C-B43E-82FAACBCF055}"/>
              </a:ext>
            </a:extLst>
          </p:cNvPr>
          <p:cNvSpPr txBox="1"/>
          <p:nvPr userDrawn="1"/>
        </p:nvSpPr>
        <p:spPr>
          <a:xfrm>
            <a:off x="8411030" y="41656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800"/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2865" y="197070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4" name="平行四边形 3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5428972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3" y="493777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2" y="493777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28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9241" y="1403718"/>
            <a:ext cx="4989369" cy="299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Table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Content</a:t>
            </a:r>
          </a:p>
        </p:txBody>
      </p:sp>
      <p:sp>
        <p:nvSpPr>
          <p:cNvPr id="29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5629" y="1695079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</p:txBody>
      </p:sp>
      <p:sp>
        <p:nvSpPr>
          <p:cNvPr id="30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45629" y="1950035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3" name="平行四边形 32"/>
          <p:cNvSpPr/>
          <p:nvPr userDrawn="1"/>
        </p:nvSpPr>
        <p:spPr>
          <a:xfrm flipH="1">
            <a:off x="3951219" y="1835159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4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45629" y="219505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2</a:t>
            </a:r>
          </a:p>
        </p:txBody>
      </p:sp>
      <p:sp>
        <p:nvSpPr>
          <p:cNvPr id="35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45629" y="245001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6" name="平行四边形 35"/>
          <p:cNvSpPr/>
          <p:nvPr userDrawn="1"/>
        </p:nvSpPr>
        <p:spPr>
          <a:xfrm flipH="1">
            <a:off x="3951219" y="2335136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7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45629" y="2698343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3</a:t>
            </a:r>
          </a:p>
        </p:txBody>
      </p:sp>
      <p:sp>
        <p:nvSpPr>
          <p:cNvPr id="38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45629" y="2953300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9" name="平行四边形 38"/>
          <p:cNvSpPr/>
          <p:nvPr userDrawn="1"/>
        </p:nvSpPr>
        <p:spPr>
          <a:xfrm flipH="1">
            <a:off x="3951219" y="2838423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0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45629" y="3198320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4</a:t>
            </a:r>
          </a:p>
        </p:txBody>
      </p:sp>
      <p:sp>
        <p:nvSpPr>
          <p:cNvPr id="4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45629" y="3453277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2" name="平行四边形 41"/>
          <p:cNvSpPr/>
          <p:nvPr userDrawn="1"/>
        </p:nvSpPr>
        <p:spPr>
          <a:xfrm flipH="1">
            <a:off x="3951219" y="3338400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3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145629" y="3698297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5</a:t>
            </a:r>
          </a:p>
        </p:txBody>
      </p:sp>
      <p:sp>
        <p:nvSpPr>
          <p:cNvPr id="44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145629" y="3953254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8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45629" y="420268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6</a:t>
            </a:r>
          </a:p>
        </p:txBody>
      </p:sp>
      <p:sp>
        <p:nvSpPr>
          <p:cNvPr id="5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45629" y="445764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2" name="平行四边形 1">
            <a:extLst>
              <a:ext uri="{FF2B5EF4-FFF2-40B4-BE49-F238E27FC236}">
                <a16:creationId xmlns:a16="http://schemas.microsoft.com/office/drawing/2014/main" id="{484D00F8-89D7-C39A-CF7E-B270957AEC22}"/>
              </a:ext>
            </a:extLst>
          </p:cNvPr>
          <p:cNvSpPr/>
          <p:nvPr userDrawn="1"/>
        </p:nvSpPr>
        <p:spPr>
          <a:xfrm flipH="1">
            <a:off x="3951219" y="3781061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706998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6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971274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B8809E84-B289-68AE-36BD-B5892A8B73F6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7080896"/>
              </p:ext>
            </p:extLst>
          </p:nvPr>
        </p:nvGraphicFramePr>
        <p:xfrm>
          <a:off x="1590" y="159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99" imgH="499" progId="TCLayout.ActiveDocument.1">
                  <p:embed/>
                </p:oleObj>
              </mc:Choice>
              <mc:Fallback>
                <p:oleObj name="think-cell 幻灯片" r:id="rId3" imgW="499" imgH="49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B8809E84-B289-68AE-36BD-B5892A8B7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9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/>
              <a:cs typeface="微软雅黑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DBC123F0-2DCD-B97F-2C0C-B95D98B965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2864" y="114501"/>
            <a:ext cx="8640313" cy="570880"/>
          </a:xfrm>
          <a:prstGeom prst="rect">
            <a:avLst/>
          </a:prstGeom>
        </p:spPr>
        <p:txBody>
          <a:bodyPr vert="horz" tIns="0" bIns="0" anchor="b"/>
          <a:lstStyle>
            <a:lvl1pPr algn="l">
              <a:lnSpc>
                <a:spcPct val="100000"/>
              </a:lnSpc>
              <a:defRPr sz="1800">
                <a:solidFill>
                  <a:schemeClr val="accent2"/>
                </a:solidFill>
                <a:latin typeface="+mn-lt"/>
              </a:defRPr>
            </a:lvl1pPr>
          </a:lstStyle>
          <a:p>
            <a:br>
              <a:rPr lang="en-US" altLang="zh-CN"/>
            </a:br>
            <a:br>
              <a:rPr lang="en-US" altLang="zh-CN"/>
            </a:br>
            <a:r>
              <a:rPr lang="en-US" altLang="zh-CN"/>
              <a:t>Headline</a:t>
            </a:r>
            <a:br>
              <a:rPr lang="en-US" altLang="zh-CN"/>
            </a:br>
            <a:r>
              <a:rPr lang="en-US" altLang="zh-CN"/>
              <a:t>Headline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978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94">
          <p15:clr>
            <a:srgbClr val="FBAE40"/>
          </p15:clr>
        </p15:guide>
        <p15:guide id="2" orient="horz" pos="441">
          <p15:clr>
            <a:srgbClr val="FBAE40"/>
          </p15:clr>
        </p15:guide>
        <p15:guide id="3" orient="horz" pos="577">
          <p15:clr>
            <a:srgbClr val="FBAE40"/>
          </p15:clr>
        </p15:guide>
        <p15:guide id="4" orient="horz" pos="2952">
          <p15:clr>
            <a:srgbClr val="FBAE40"/>
          </p15:clr>
        </p15:guide>
        <p15:guide id="5" pos="2880">
          <p15:clr>
            <a:srgbClr val="FBAE40"/>
          </p15:clr>
        </p15:guide>
        <p15:guide id="6" pos="158">
          <p15:clr>
            <a:srgbClr val="FBAE40"/>
          </p15:clr>
        </p15:guide>
        <p15:guide id="7" pos="5602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内页_单行标题01 j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7" y="457200"/>
            <a:ext cx="817739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49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3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764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74">
          <p15:clr>
            <a:srgbClr val="FBAE40"/>
          </p15:clr>
        </p15:guide>
        <p15:guide id="3" pos="7242">
          <p15:clr>
            <a:srgbClr val="FBAE40"/>
          </p15:clr>
        </p15:guide>
        <p15:guide id="4" orient="horz" pos="531">
          <p15:clr>
            <a:srgbClr val="FBAE40"/>
          </p15:clr>
        </p15:guide>
        <p15:guide id="6" pos="158">
          <p15:clr>
            <a:srgbClr val="FBAE40"/>
          </p15:clr>
        </p15:guide>
        <p15:guide id="7" pos="5602">
          <p15:clr>
            <a:srgbClr val="FBAE40"/>
          </p15:clr>
        </p15:guide>
        <p15:guide id="8" orient="horz" pos="622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封面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5AF2E7A-9910-CB1F-3CA6-CB50AF6705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34536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6" imgH="428" progId="TCLayout.ActiveDocument.1">
                  <p:embed/>
                </p:oleObj>
              </mc:Choice>
              <mc:Fallback>
                <p:oleObj name="think-cell 幻灯片" r:id="rId3" imgW="426" imgH="42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5AF2E7A-9910-CB1F-3CA6-CB50AF6705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5">
            <a:extLst>
              <a:ext uri="{FF2B5EF4-FFF2-40B4-BE49-F238E27FC236}">
                <a16:creationId xmlns:a16="http://schemas.microsoft.com/office/drawing/2014/main" id="{725C3573-3C4E-D539-FD3B-8266D872C7A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6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  <p:sp>
        <p:nvSpPr>
          <p:cNvPr id="18" name="矩形 17"/>
          <p:cNvSpPr/>
          <p:nvPr userDrawn="1"/>
        </p:nvSpPr>
        <p:spPr>
          <a:xfrm>
            <a:off x="0" y="4885924"/>
            <a:ext cx="9144000" cy="25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578942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6A84E2A-2C4B-1F4E-9F04-191F2A4353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20506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7DFF7169-F5DA-6179-E3B7-95E0AAECB6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66" y="4703446"/>
            <a:ext cx="6223864" cy="161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75">
                <a:solidFill>
                  <a:schemeClr val="accent2"/>
                </a:solidFill>
              </a:defRPr>
            </a:lvl1pPr>
            <a:lvl2pPr>
              <a:defRPr sz="750"/>
            </a:lvl2pPr>
            <a:lvl3pPr>
              <a:defRPr sz="675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kumimoji="1" lang="en-US" altLang="zh-CN"/>
              <a:t>footnote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136063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78354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6845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00849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分割页(备选)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5D60ED-C611-0742-B0D0-0637BED47F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5398" y="1739534"/>
            <a:ext cx="2213733" cy="1800837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4695060" y="2016804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24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5063" y="2393996"/>
            <a:ext cx="3205162" cy="500731"/>
          </a:xfrm>
          <a:prstGeom prst="rect">
            <a:avLst/>
          </a:prstGeom>
        </p:spPr>
        <p:txBody>
          <a:bodyPr/>
          <a:lstStyle>
            <a:lvl1pPr marL="0" marR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65956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tags" Target="../tags/tag2.xml"/><Relationship Id="rId16" Type="http://schemas.openxmlformats.org/officeDocument/2006/relationships/oleObject" Target="../embeddings/oleObject1.bin"/><Relationship Id="rId17" Type="http://schemas.openxmlformats.org/officeDocument/2006/relationships/image" Target="../media/image1.emf"/><Relationship Id="rId18" Type="http://schemas.openxmlformats.org/officeDocument/2006/relationships/image" Target="../media/image2.png"/><Relationship Id="rId19" Type="http://schemas.openxmlformats.org/officeDocument/2006/relationships/image" Target="../media/image3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theme" Target="../theme/theme2.xml"/><Relationship Id="rId12" Type="http://schemas.openxmlformats.org/officeDocument/2006/relationships/tags" Target="../tags/tag4.xml"/><Relationship Id="rId13" Type="http://schemas.openxmlformats.org/officeDocument/2006/relationships/oleObject" Target="../embeddings/oleObject3.bin"/><Relationship Id="rId14" Type="http://schemas.openxmlformats.org/officeDocument/2006/relationships/image" Target="../media/image1.emf"/><Relationship Id="rId15" Type="http://schemas.openxmlformats.org/officeDocument/2006/relationships/image" Target="../media/image2.png"/><Relationship Id="rId16" Type="http://schemas.openxmlformats.org/officeDocument/2006/relationships/image" Target="../media/image3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7.xml"/><Relationship Id="rId15" Type="http://schemas.openxmlformats.org/officeDocument/2006/relationships/theme" Target="../theme/theme3.xml"/><Relationship Id="rId16" Type="http://schemas.openxmlformats.org/officeDocument/2006/relationships/tags" Target="../tags/tag5.xml"/><Relationship Id="rId17" Type="http://schemas.openxmlformats.org/officeDocument/2006/relationships/oleObject" Target="../embeddings/oleObject4.bin"/><Relationship Id="rId18" Type="http://schemas.openxmlformats.org/officeDocument/2006/relationships/image" Target="../media/image1.emf"/><Relationship Id="rId19" Type="http://schemas.openxmlformats.org/officeDocument/2006/relationships/image" Target="../media/image2.png"/><Relationship Id="rId20" Type="http://schemas.openxmlformats.org/officeDocument/2006/relationships/image" Target="../media/image3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5.xml"/><Relationship Id="rId9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1.xml"/><Relationship Id="rId15" Type="http://schemas.openxmlformats.org/officeDocument/2006/relationships/theme" Target="../theme/theme4.xml"/><Relationship Id="rId16" Type="http://schemas.openxmlformats.org/officeDocument/2006/relationships/tags" Target="../tags/tag7.xml"/><Relationship Id="rId17" Type="http://schemas.openxmlformats.org/officeDocument/2006/relationships/oleObject" Target="../embeddings/oleObject1.bin"/><Relationship Id="rId18" Type="http://schemas.openxmlformats.org/officeDocument/2006/relationships/image" Target="../media/image1.emf"/><Relationship Id="rId19" Type="http://schemas.openxmlformats.org/officeDocument/2006/relationships/image" Target="../media/image2.png"/><Relationship Id="rId20" Type="http://schemas.openxmlformats.org/officeDocument/2006/relationships/image" Target="../media/image3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5.xml"/><Relationship Id="rId5" Type="http://schemas.openxmlformats.org/officeDocument/2006/relationships/theme" Target="../theme/theme5.xml"/><Relationship Id="rId6" Type="http://schemas.openxmlformats.org/officeDocument/2006/relationships/tags" Target="../tags/tag10.xml"/><Relationship Id="rId7" Type="http://schemas.openxmlformats.org/officeDocument/2006/relationships/oleObject" Target="../embeddings/oleObject7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E79A7EB2-9CE1-4D8E-8F57-460CC99D2F5C}"/>
              </a:ext>
            </a:extLst>
          </p:cNvPr>
          <p:cNvGraphicFramePr>
            <a:graphicFrameLocks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444493146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498" imgH="499" progId="TCLayout.ActiveDocument.1">
                  <p:embed/>
                </p:oleObj>
              </mc:Choice>
              <mc:Fallback>
                <p:oleObj name="think-cell 幻灯片" r:id="rId16" imgW="498" imgH="49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E79A7EB2-9CE1-4D8E-8F57-460CC99D2F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A14E659-BB39-174E-9402-AA8916C8B643}"/>
              </a:ext>
            </a:extLst>
          </p:cNvPr>
          <p:cNvSpPr/>
          <p:nvPr userDrawn="1"/>
        </p:nvSpPr>
        <p:spPr>
          <a:xfrm>
            <a:off x="0" y="4911538"/>
            <a:ext cx="9144000" cy="231962"/>
          </a:xfrm>
          <a:prstGeom prst="rect">
            <a:avLst/>
          </a:prstGeom>
          <a:solidFill>
            <a:srgbClr val="2227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D22A871-F3FE-0947-902A-9D091039DD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3" r="28927" b="-13671"/>
          <a:stretch/>
        </p:blipFill>
        <p:spPr>
          <a:xfrm>
            <a:off x="8118476" y="4980930"/>
            <a:ext cx="732562" cy="105143"/>
          </a:xfrm>
          <a:prstGeom prst="rect">
            <a:avLst/>
          </a:prstGeom>
        </p:spPr>
      </p:pic>
      <p:sp>
        <p:nvSpPr>
          <p:cNvPr id="9" name="灯片编号占位符 15">
            <a:extLst>
              <a:ext uri="{FF2B5EF4-FFF2-40B4-BE49-F238E27FC236}">
                <a16:creationId xmlns:a16="http://schemas.microsoft.com/office/drawing/2014/main" id="{132D59C2-33B9-364A-8498-46C9120D3291}"/>
              </a:ext>
            </a:extLst>
          </p:cNvPr>
          <p:cNvSpPr txBox="1">
            <a:spLocks/>
          </p:cNvSpPr>
          <p:nvPr userDrawn="1"/>
        </p:nvSpPr>
        <p:spPr>
          <a:xfrm>
            <a:off x="8803481" y="4914304"/>
            <a:ext cx="340519" cy="2256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ctr" defTabSz="457200" rtl="0" eaLnBrk="1" latinLnBrk="0" hangingPunct="1">
              <a:defRPr lang="zh-CN" altLang="en-US" sz="825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0919C-040B-4E15-BEFD-00473F94A546}" type="slidenum">
              <a:rPr lang="en-US" altLang="zh-CN" sz="825" b="0" i="0" smtClean="0">
                <a:latin typeface="Calibri" panose="020F0502020204030204" pitchFamily="34" charset="0"/>
                <a:ea typeface="微软雅黑" charset="-122"/>
                <a:cs typeface="Calibri" panose="020F0502020204030204" pitchFamily="34" charset="0"/>
              </a:rPr>
              <a:pPr/>
              <a:t>‹#›</a:t>
            </a:fld>
            <a:endParaRPr lang="en-US" sz="825" b="0" i="0">
              <a:latin typeface="Calibri" panose="020F0502020204030204" pitchFamily="34" charset="0"/>
              <a:ea typeface="微软雅黑" charset="-122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92031C5-3BAC-44E2-944C-EAEFC971443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435615" y="0"/>
          <a:ext cx="405000" cy="4657500"/>
        </p:xfrm>
        <a:graphic>
          <a:graphicData uri="http://schemas.openxmlformats.org/drawingml/2006/table">
            <a:tbl>
              <a:tblPr/>
              <a:tblGrid>
                <a:gridCol w="405000">
                  <a:extLst>
                    <a:ext uri="{9D8B030D-6E8A-4147-A177-3AD203B41FA5}">
                      <a16:colId xmlns:a16="http://schemas.microsoft.com/office/drawing/2014/main" val="2380450784"/>
                    </a:ext>
                  </a:extLst>
                </a:gridCol>
              </a:tblGrid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435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9608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112333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3900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0061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205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5443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6488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384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85317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1332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8490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6854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60375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8568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68391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4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11036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97566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69482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9076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8513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46888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19711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18A5288C-412C-8BC1-B5ED-8096374DFD72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186863" y="0"/>
            <a:ext cx="976320" cy="65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178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1" r:id="rId1"/>
    <p:sldLayoutId id="2147484112" r:id="rId2"/>
    <p:sldLayoutId id="2147484113" r:id="rId3"/>
    <p:sldLayoutId id="2147484114" r:id="rId4"/>
    <p:sldLayoutId id="2147484116" r:id="rId5"/>
    <p:sldLayoutId id="2147484121" r:id="rId6"/>
    <p:sldLayoutId id="2147484332" r:id="rId7"/>
    <p:sldLayoutId id="2147484458" r:id="rId8"/>
    <p:sldLayoutId id="2147484456" r:id="rId9"/>
    <p:sldLayoutId id="2147484459" r:id="rId10"/>
    <p:sldLayoutId id="2147484460" r:id="rId11"/>
    <p:sldLayoutId id="2147484463" r:id="rId12"/>
    <p:sldLayoutId id="2147484464" r:id="rId13"/>
  </p:sldLayoutIdLst>
  <p:hf sldNum="0" hdr="0" ft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E79A7EB2-9CE1-4D8E-8F57-460CC99D2F5C}"/>
              </a:ext>
            </a:extLst>
          </p:cNvPr>
          <p:cNvGraphicFramePr>
            <a:graphicFrameLocks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230385943"/>
              </p:ext>
            </p:extLst>
          </p:nvPr>
        </p:nvGraphicFramePr>
        <p:xfrm>
          <a:off x="1192" y="1192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3" imgW="498" imgH="499" progId="TCLayout.ActiveDocument.1">
                  <p:embed/>
                </p:oleObj>
              </mc:Choice>
              <mc:Fallback>
                <p:oleObj name="think-cell 幻灯片" r:id="rId13" imgW="498" imgH="49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E79A7EB2-9CE1-4D8E-8F57-460CC99D2F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92" y="1192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A14E659-BB39-174E-9402-AA8916C8B643}"/>
              </a:ext>
            </a:extLst>
          </p:cNvPr>
          <p:cNvSpPr/>
          <p:nvPr userDrawn="1"/>
        </p:nvSpPr>
        <p:spPr>
          <a:xfrm>
            <a:off x="0" y="4911538"/>
            <a:ext cx="9144000" cy="231962"/>
          </a:xfrm>
          <a:prstGeom prst="rect">
            <a:avLst/>
          </a:prstGeom>
          <a:solidFill>
            <a:srgbClr val="2227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D22A871-F3FE-0947-902A-9D091039DD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3" r="28927" b="-13671"/>
          <a:stretch/>
        </p:blipFill>
        <p:spPr>
          <a:xfrm>
            <a:off x="8118477" y="4980931"/>
            <a:ext cx="732562" cy="105143"/>
          </a:xfrm>
          <a:prstGeom prst="rect">
            <a:avLst/>
          </a:prstGeom>
        </p:spPr>
      </p:pic>
      <p:sp>
        <p:nvSpPr>
          <p:cNvPr id="9" name="灯片编号占位符 15">
            <a:extLst>
              <a:ext uri="{FF2B5EF4-FFF2-40B4-BE49-F238E27FC236}">
                <a16:creationId xmlns:a16="http://schemas.microsoft.com/office/drawing/2014/main" id="{132D59C2-33B9-364A-8498-46C9120D3291}"/>
              </a:ext>
            </a:extLst>
          </p:cNvPr>
          <p:cNvSpPr txBox="1">
            <a:spLocks/>
          </p:cNvSpPr>
          <p:nvPr userDrawn="1"/>
        </p:nvSpPr>
        <p:spPr>
          <a:xfrm>
            <a:off x="8803482" y="4914305"/>
            <a:ext cx="340519" cy="2256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ctr" defTabSz="457200" rtl="0" eaLnBrk="1" latinLnBrk="0" hangingPunct="1">
              <a:defRPr lang="zh-CN" altLang="en-US" sz="825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0919C-040B-4E15-BEFD-00473F94A546}" type="slidenum">
              <a:rPr lang="en-US" altLang="zh-CN" sz="825" b="0" i="0" smtClean="0">
                <a:latin typeface="Calibri" panose="020F0502020204030204" pitchFamily="34" charset="0"/>
                <a:ea typeface="微软雅黑" charset="-122"/>
                <a:cs typeface="Calibri" panose="020F0502020204030204" pitchFamily="34" charset="0"/>
              </a:rPr>
              <a:pPr/>
              <a:t>‹#›</a:t>
            </a:fld>
            <a:endParaRPr lang="en-US" sz="825" b="0" i="0">
              <a:latin typeface="Calibri" panose="020F0502020204030204" pitchFamily="34" charset="0"/>
              <a:ea typeface="微软雅黑" charset="-122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92031C5-3BAC-44E2-944C-EAEFC971443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435615" y="0"/>
          <a:ext cx="405000" cy="4657500"/>
        </p:xfrm>
        <a:graphic>
          <a:graphicData uri="http://schemas.openxmlformats.org/drawingml/2006/table">
            <a:tbl>
              <a:tblPr/>
              <a:tblGrid>
                <a:gridCol w="405000">
                  <a:extLst>
                    <a:ext uri="{9D8B030D-6E8A-4147-A177-3AD203B41FA5}">
                      <a16:colId xmlns:a16="http://schemas.microsoft.com/office/drawing/2014/main" val="2380450784"/>
                    </a:ext>
                  </a:extLst>
                </a:gridCol>
              </a:tblGrid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435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9608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112333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3900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0061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205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5443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6488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384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85317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1332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8490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6854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60375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8568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68391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4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11036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97566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69482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9076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8513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46888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19711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8AB22594-D72A-56B4-7FA0-C96E60AB68A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9144000" y="0"/>
            <a:ext cx="976320" cy="65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330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9" r:id="rId1"/>
    <p:sldLayoutId id="2147484333" r:id="rId2"/>
    <p:sldLayoutId id="2147484334" r:id="rId3"/>
    <p:sldLayoutId id="2147484335" r:id="rId4"/>
    <p:sldLayoutId id="2147484336" r:id="rId5"/>
    <p:sldLayoutId id="2147484337" r:id="rId6"/>
    <p:sldLayoutId id="2147484338" r:id="rId7"/>
    <p:sldLayoutId id="2147484339" r:id="rId8"/>
    <p:sldLayoutId id="2147484341" r:id="rId9"/>
    <p:sldLayoutId id="2147484342" r:id="rId10"/>
  </p:sldLayoutIdLst>
  <p:hf sldNum="0" hdr="0" ftr="0"/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4F8B663-0056-42DA-A9AC-F91256F7750D}"/>
              </a:ext>
            </a:extLst>
          </p:cNvPr>
          <p:cNvGraphicFramePr>
            <a:graphicFrameLocks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667897334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415" imgH="416" progId="TCLayout.ActiveDocument.1">
                  <p:embed/>
                </p:oleObj>
              </mc:Choice>
              <mc:Fallback>
                <p:oleObj name="think-cell 幻灯片" r:id="rId17" imgW="415" imgH="41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F8B663-0056-42DA-A9AC-F91256F775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A14E659-BB39-174E-9402-AA8916C8B643}"/>
              </a:ext>
            </a:extLst>
          </p:cNvPr>
          <p:cNvSpPr/>
          <p:nvPr userDrawn="1"/>
        </p:nvSpPr>
        <p:spPr>
          <a:xfrm>
            <a:off x="0" y="4911538"/>
            <a:ext cx="9144000" cy="231962"/>
          </a:xfrm>
          <a:prstGeom prst="rect">
            <a:avLst/>
          </a:prstGeom>
          <a:solidFill>
            <a:srgbClr val="2227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D22A871-F3FE-0947-902A-9D091039DD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3" r="28927" b="-13671"/>
          <a:stretch/>
        </p:blipFill>
        <p:spPr>
          <a:xfrm>
            <a:off x="8118476" y="4980930"/>
            <a:ext cx="732562" cy="105143"/>
          </a:xfrm>
          <a:prstGeom prst="rect">
            <a:avLst/>
          </a:prstGeom>
        </p:spPr>
      </p:pic>
      <p:sp>
        <p:nvSpPr>
          <p:cNvPr id="9" name="灯片编号占位符 15">
            <a:extLst>
              <a:ext uri="{FF2B5EF4-FFF2-40B4-BE49-F238E27FC236}">
                <a16:creationId xmlns:a16="http://schemas.microsoft.com/office/drawing/2014/main" id="{132D59C2-33B9-364A-8498-46C9120D3291}"/>
              </a:ext>
            </a:extLst>
          </p:cNvPr>
          <p:cNvSpPr txBox="1">
            <a:spLocks/>
          </p:cNvSpPr>
          <p:nvPr userDrawn="1"/>
        </p:nvSpPr>
        <p:spPr>
          <a:xfrm>
            <a:off x="8803481" y="4914304"/>
            <a:ext cx="340519" cy="2256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ctr" defTabSz="457200" rtl="0" eaLnBrk="1" latinLnBrk="0" hangingPunct="1">
              <a:defRPr lang="zh-CN" altLang="en-US" sz="825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0919C-040B-4E15-BEFD-00473F94A546}" type="slidenum">
              <a:rPr lang="en-US" altLang="zh-CN" sz="825" b="0" i="0" smtClean="0">
                <a:latin typeface="Calibri" panose="020F0502020204030204" pitchFamily="34" charset="0"/>
                <a:ea typeface="微软雅黑" charset="-122"/>
                <a:cs typeface="Calibri" panose="020F0502020204030204" pitchFamily="34" charset="0"/>
              </a:rPr>
              <a:pPr/>
              <a:t>‹#›</a:t>
            </a:fld>
            <a:endParaRPr lang="en-US" sz="825" b="0" i="0">
              <a:latin typeface="Calibri" panose="020F0502020204030204" pitchFamily="34" charset="0"/>
              <a:ea typeface="微软雅黑" charset="-122"/>
              <a:cs typeface="Calibri" panose="020F050202020403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5C61A0E-E0F8-4C74-8748-73F1EBE8ECC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435615" y="0"/>
          <a:ext cx="405000" cy="4657500"/>
        </p:xfrm>
        <a:graphic>
          <a:graphicData uri="http://schemas.openxmlformats.org/drawingml/2006/table">
            <a:tbl>
              <a:tblPr/>
              <a:tblGrid>
                <a:gridCol w="405000">
                  <a:extLst>
                    <a:ext uri="{9D8B030D-6E8A-4147-A177-3AD203B41FA5}">
                      <a16:colId xmlns:a16="http://schemas.microsoft.com/office/drawing/2014/main" val="2380450784"/>
                    </a:ext>
                  </a:extLst>
                </a:gridCol>
              </a:tblGrid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435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9608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112333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3900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0061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205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5443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6488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384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85317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1332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8490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6854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60375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8568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68391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4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11036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97566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69482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9076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8513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46888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19711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C9CEED5B-ED14-2D24-ACF1-2F5113D709B5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9144000" y="0"/>
            <a:ext cx="976320" cy="65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119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0" r:id="rId1"/>
    <p:sldLayoutId id="2147484401" r:id="rId2"/>
    <p:sldLayoutId id="2147484402" r:id="rId3"/>
    <p:sldLayoutId id="2147484403" r:id="rId4"/>
    <p:sldLayoutId id="2147484404" r:id="rId5"/>
    <p:sldLayoutId id="2147484405" r:id="rId6"/>
    <p:sldLayoutId id="2147484406" r:id="rId7"/>
    <p:sldLayoutId id="2147484407" r:id="rId8"/>
    <p:sldLayoutId id="2147484408" r:id="rId9"/>
    <p:sldLayoutId id="2147484409" r:id="rId10"/>
    <p:sldLayoutId id="2147484410" r:id="rId11"/>
    <p:sldLayoutId id="2147484411" r:id="rId12"/>
    <p:sldLayoutId id="2147484412" r:id="rId13"/>
    <p:sldLayoutId id="2147484413" r:id="rId14"/>
  </p:sldLayoutIdLst>
  <p:hf sldNum="0" hdr="0" ft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E79A7EB2-9CE1-4D8E-8F57-460CC99D2F5C}"/>
              </a:ext>
            </a:extLst>
          </p:cNvPr>
          <p:cNvGraphicFramePr>
            <a:graphicFrameLocks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444493146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498" imgH="499" progId="TCLayout.ActiveDocument.1">
                  <p:embed/>
                </p:oleObj>
              </mc:Choice>
              <mc:Fallback>
                <p:oleObj name="think-cell 幻灯片" r:id="rId17" imgW="498" imgH="49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E79A7EB2-9CE1-4D8E-8F57-460CC99D2F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A14E659-BB39-174E-9402-AA8916C8B643}"/>
              </a:ext>
            </a:extLst>
          </p:cNvPr>
          <p:cNvSpPr/>
          <p:nvPr userDrawn="1"/>
        </p:nvSpPr>
        <p:spPr>
          <a:xfrm>
            <a:off x="0" y="4911538"/>
            <a:ext cx="9144000" cy="231962"/>
          </a:xfrm>
          <a:prstGeom prst="rect">
            <a:avLst/>
          </a:prstGeom>
          <a:solidFill>
            <a:srgbClr val="2227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D22A871-F3FE-0947-902A-9D091039DD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3" r="28927" b="-13671"/>
          <a:stretch/>
        </p:blipFill>
        <p:spPr>
          <a:xfrm>
            <a:off x="8118476" y="4980930"/>
            <a:ext cx="732562" cy="105143"/>
          </a:xfrm>
          <a:prstGeom prst="rect">
            <a:avLst/>
          </a:prstGeom>
        </p:spPr>
      </p:pic>
      <p:sp>
        <p:nvSpPr>
          <p:cNvPr id="9" name="灯片编号占位符 15">
            <a:extLst>
              <a:ext uri="{FF2B5EF4-FFF2-40B4-BE49-F238E27FC236}">
                <a16:creationId xmlns:a16="http://schemas.microsoft.com/office/drawing/2014/main" id="{132D59C2-33B9-364A-8498-46C9120D3291}"/>
              </a:ext>
            </a:extLst>
          </p:cNvPr>
          <p:cNvSpPr txBox="1">
            <a:spLocks/>
          </p:cNvSpPr>
          <p:nvPr userDrawn="1"/>
        </p:nvSpPr>
        <p:spPr>
          <a:xfrm>
            <a:off x="8803481" y="4914304"/>
            <a:ext cx="340519" cy="2256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ctr" defTabSz="457200" rtl="0" eaLnBrk="1" latinLnBrk="0" hangingPunct="1">
              <a:defRPr lang="zh-CN" altLang="en-US" sz="825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0919C-040B-4E15-BEFD-00473F94A546}" type="slidenum">
              <a:rPr lang="en-US" altLang="zh-CN" sz="825" b="0" i="0" smtClean="0">
                <a:latin typeface="Calibri" panose="020F0502020204030204" pitchFamily="34" charset="0"/>
                <a:ea typeface="微软雅黑" charset="-122"/>
                <a:cs typeface="Calibri" panose="020F0502020204030204" pitchFamily="34" charset="0"/>
              </a:rPr>
              <a:pPr/>
              <a:t>‹#›</a:t>
            </a:fld>
            <a:endParaRPr lang="en-US" sz="825" b="0" i="0">
              <a:latin typeface="Calibri" panose="020F0502020204030204" pitchFamily="34" charset="0"/>
              <a:ea typeface="微软雅黑" charset="-122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92031C5-3BAC-44E2-944C-EAEFC971443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435615" y="0"/>
          <a:ext cx="405000" cy="4657500"/>
        </p:xfrm>
        <a:graphic>
          <a:graphicData uri="http://schemas.openxmlformats.org/drawingml/2006/table">
            <a:tbl>
              <a:tblPr/>
              <a:tblGrid>
                <a:gridCol w="405000">
                  <a:extLst>
                    <a:ext uri="{9D8B030D-6E8A-4147-A177-3AD203B41FA5}">
                      <a16:colId xmlns:a16="http://schemas.microsoft.com/office/drawing/2014/main" val="2380450784"/>
                    </a:ext>
                  </a:extLst>
                </a:gridCol>
              </a:tblGrid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435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9608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112333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3900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0061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205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5443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6488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384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85317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1332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8490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6854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60375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8568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68391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4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11036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97566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69482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9076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8513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46888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19711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18A5288C-412C-8BC1-B5ED-8096374DFD72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9186863" y="0"/>
            <a:ext cx="976320" cy="65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068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6" r:id="rId1"/>
    <p:sldLayoutId id="2147484437" r:id="rId2"/>
    <p:sldLayoutId id="2147484438" r:id="rId3"/>
    <p:sldLayoutId id="2147484439" r:id="rId4"/>
    <p:sldLayoutId id="2147484440" r:id="rId5"/>
    <p:sldLayoutId id="2147484441" r:id="rId6"/>
    <p:sldLayoutId id="2147484442" r:id="rId7"/>
    <p:sldLayoutId id="2147484443" r:id="rId8"/>
    <p:sldLayoutId id="2147484444" r:id="rId9"/>
    <p:sldLayoutId id="2147484445" r:id="rId10"/>
    <p:sldLayoutId id="2147484446" r:id="rId11"/>
    <p:sldLayoutId id="2147484448" r:id="rId12"/>
    <p:sldLayoutId id="2147484449" r:id="rId13"/>
    <p:sldLayoutId id="2147484450" r:id="rId14"/>
  </p:sldLayoutIdLst>
  <p:hf sldNum="0" hdr="0" ft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E79A7EB2-9CE1-4D8E-8F57-460CC99D2F5C}"/>
              </a:ext>
            </a:extLst>
          </p:cNvPr>
          <p:cNvGraphicFramePr>
            <a:graphicFrameLocks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4186027329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498" imgH="499" progId="TCLayout.ActiveDocument.1">
                  <p:embed/>
                </p:oleObj>
              </mc:Choice>
              <mc:Fallback>
                <p:oleObj name="think-cell 幻灯片" r:id="rId7" imgW="498" imgH="49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E79A7EB2-9CE1-4D8E-8F57-460CC99D2F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A14E659-BB39-174E-9402-AA8916C8B643}"/>
              </a:ext>
            </a:extLst>
          </p:cNvPr>
          <p:cNvSpPr/>
          <p:nvPr userDrawn="1"/>
        </p:nvSpPr>
        <p:spPr>
          <a:xfrm>
            <a:off x="0" y="4911538"/>
            <a:ext cx="9144000" cy="231962"/>
          </a:xfrm>
          <a:prstGeom prst="rect">
            <a:avLst/>
          </a:prstGeom>
          <a:solidFill>
            <a:srgbClr val="2227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9" name="灯片编号占位符 15">
            <a:extLst>
              <a:ext uri="{FF2B5EF4-FFF2-40B4-BE49-F238E27FC236}">
                <a16:creationId xmlns:a16="http://schemas.microsoft.com/office/drawing/2014/main" id="{132D59C2-33B9-364A-8498-46C9120D3291}"/>
              </a:ext>
            </a:extLst>
          </p:cNvPr>
          <p:cNvSpPr txBox="1">
            <a:spLocks/>
          </p:cNvSpPr>
          <p:nvPr userDrawn="1"/>
        </p:nvSpPr>
        <p:spPr>
          <a:xfrm>
            <a:off x="8803481" y="4914304"/>
            <a:ext cx="340519" cy="2256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ctr" defTabSz="457200" rtl="0" eaLnBrk="1" latinLnBrk="0" hangingPunct="1">
              <a:defRPr lang="zh-CN" altLang="en-US" sz="825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0919C-040B-4E15-BEFD-00473F94A546}" type="slidenum">
              <a:rPr lang="en-US" altLang="zh-CN" sz="825" b="0" i="0" smtClean="0">
                <a:latin typeface="Calibri" panose="020F0502020204030204" pitchFamily="34" charset="0"/>
                <a:ea typeface="微软雅黑" charset="-122"/>
                <a:cs typeface="Calibri" panose="020F0502020204030204" pitchFamily="34" charset="0"/>
              </a:rPr>
              <a:pPr/>
              <a:t>‹#›</a:t>
            </a:fld>
            <a:endParaRPr lang="en-US" sz="825" b="0" i="0">
              <a:latin typeface="Calibri" panose="020F0502020204030204" pitchFamily="34" charset="0"/>
              <a:ea typeface="微软雅黑" charset="-122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92031C5-3BAC-44E2-944C-EAEFC971443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435615" y="0"/>
          <a:ext cx="405000" cy="4657500"/>
        </p:xfrm>
        <a:graphic>
          <a:graphicData uri="http://schemas.openxmlformats.org/drawingml/2006/table">
            <a:tbl>
              <a:tblPr/>
              <a:tblGrid>
                <a:gridCol w="405000">
                  <a:extLst>
                    <a:ext uri="{9D8B030D-6E8A-4147-A177-3AD203B41FA5}">
                      <a16:colId xmlns:a16="http://schemas.microsoft.com/office/drawing/2014/main" val="2380450784"/>
                    </a:ext>
                  </a:extLst>
                </a:gridCol>
              </a:tblGrid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435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9608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112333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3900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0061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205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5443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6488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384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85317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1332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8490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6854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60375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8568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68391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4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11036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97566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69482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9076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8513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46888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19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8878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6" r:id="rId1"/>
    <p:sldLayoutId id="2147484467" r:id="rId2"/>
    <p:sldLayoutId id="2147484468" r:id="rId3"/>
    <p:sldLayoutId id="2147484469" r:id="rId4"/>
  </p:sldLayoutIdLst>
  <p:hf sldNum="0" hdr="0" ft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3775" y="456255"/>
            <a:ext cx="8298983" cy="251075"/>
          </a:xfrm>
          <a:prstGeom prst="rect">
            <a:avLst/>
          </a:prstGeom>
          <a:noFill/>
          <a:ln>
            <a:noFill/>
          </a:ln>
        </p:spPr>
        <p:txBody>
          <a:bodyPr wrap="square" anchor="b" lIns="26997" rIns="26997" tIns="13498" bIns="13498">
            <a:spAutoFit/>
          </a:bodyPr>
          <a:lstStyle/>
          <a:p>
            <a:pPr algn="l"/>
            <a:r>
              <a:rPr sz="1800" b="0">
                <a:solidFill>
                  <a:srgbClr val="465059"/>
                </a:solidFill>
                <a:latin typeface="Calibri"/>
                <a:ea typeface="微软雅黑"/>
              </a:rPr>
              <a:t>Patients become receptive to new Anti-VEGF brands when current options fall short on efficacy or durability, creating a fit with the value proposition of MK-3000 and MK-8748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0719"/>
            <a:ext cx="3652740" cy="264573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94" y="820719"/>
            <a:ext cx="3563649" cy="264573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l"/>
            <a:r>
              <a:rPr sz="779" b="0">
                <a:solidFill>
                  <a:srgbClr val="595959"/>
                </a:solidFill>
                <a:latin typeface="Calibri"/>
                <a:ea typeface="微软雅黑"/>
              </a:rPr>
              <a:t>Special Note: New product opportunity points will be elaborated in the HCP study; shown here for reference only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9560" y="1301271"/>
            <a:ext cx="4454562" cy="0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99560" y="1185183"/>
            <a:ext cx="3077697" cy="229477"/>
          </a:xfrm>
          <a:prstGeom prst="rect">
            <a:avLst/>
          </a:prstGeom>
          <a:solidFill>
            <a:srgbClr val="1E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9560" y="1185183"/>
            <a:ext cx="3077697" cy="229477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ctr"/>
            <a:r>
              <a:rPr sz="865" b="1">
                <a:solidFill>
                  <a:srgbClr val="FFFFFF"/>
                </a:solidFill>
                <a:latin typeface="Calibri"/>
                <a:ea typeface="微软雅黑"/>
              </a:rPr>
              <a:t>Patients' Receptivity to New Anti-VEGF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560" y="1525349"/>
            <a:ext cx="2181385" cy="2300173"/>
          </a:xfrm>
          <a:prstGeom prst="rect">
            <a:avLst/>
          </a:prstGeom>
          <a:solidFill>
            <a:srgbClr val="D9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550" y="1606341"/>
            <a:ext cx="1965406" cy="215978"/>
          </a:xfrm>
          <a:prstGeom prst="rect">
            <a:avLst/>
          </a:prstGeom>
          <a:noFill/>
          <a:ln>
            <a:noFill/>
          </a:ln>
        </p:spPr>
        <p:txBody>
          <a:bodyPr wrap="square" anchor="t" lIns="26997" rIns="26997" tIns="13498" bIns="13498">
            <a:spAutoFit/>
          </a:bodyPr>
          <a:lstStyle/>
          <a:p>
            <a:pPr algn="l"/>
            <a:r>
              <a:rPr sz="1125" b="1">
                <a:solidFill>
                  <a:srgbClr val="004998"/>
                </a:solidFill>
                <a:latin typeface="Calibri"/>
                <a:ea typeface="微软雅黑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550" y="1862816"/>
            <a:ext cx="1965406" cy="1889813"/>
          </a:xfrm>
          <a:prstGeom prst="rect">
            <a:avLst/>
          </a:prstGeom>
          <a:noFill/>
          <a:ln>
            <a:noFill/>
          </a:ln>
        </p:spPr>
        <p:txBody>
          <a:bodyPr wrap="square" anchor="t" lIns="26997" rIns="26997" tIns="13498" bIns="13498">
            <a:spAutoFit/>
          </a:bodyPr>
          <a:lstStyle/>
          <a:p>
            <a:pPr algn="l"/>
            <a:r>
              <a:rPr sz="909" b="0">
                <a:solidFill>
                  <a:srgbClr val="333333"/>
                </a:solidFill>
                <a:latin typeface="Calibri"/>
                <a:ea typeface="微软雅黑"/>
              </a:rPr>
              <a:t>• Suboptimal disease control: Recurrence, fluid persistence or plateaued vision improvement</a:t>
            </a:r>
          </a:p>
          <a:p>
            <a:pPr algn="l"/>
            <a:r>
              <a:rPr sz="909" b="0">
                <a:solidFill>
                  <a:srgbClr val="333333"/>
                </a:solidFill>
                <a:latin typeface="Calibri"/>
                <a:ea typeface="微软雅黑"/>
              </a:rPr>
              <a:t/>
            </a:r>
          </a:p>
          <a:p>
            <a:pPr algn="l"/>
            <a:r>
              <a:rPr sz="909" b="0">
                <a:solidFill>
                  <a:srgbClr val="333333"/>
                </a:solidFill>
                <a:latin typeface="Calibri"/>
                <a:ea typeface="微软雅黑"/>
              </a:rPr>
              <a:t>• Insufficient durability: Frequent injections and short dosing intervals</a:t>
            </a:r>
          </a:p>
          <a:p>
            <a:pPr algn="l"/>
            <a:r>
              <a:rPr sz="909" b="0">
                <a:solidFill>
                  <a:srgbClr val="333333"/>
                </a:solidFill>
                <a:latin typeface="Calibri"/>
                <a:ea typeface="微软雅黑"/>
              </a:rPr>
              <a:t/>
            </a:r>
          </a:p>
          <a:p>
            <a:pPr algn="l"/>
            <a:r>
              <a:rPr sz="909" b="0">
                <a:solidFill>
                  <a:srgbClr val="333333"/>
                </a:solidFill>
                <a:latin typeface="Calibri"/>
                <a:ea typeface="微软雅黑"/>
              </a:rPr>
              <a:t>• HCP endorsement: Clear recommendation and switching rationale</a:t>
            </a:r>
          </a:p>
          <a:p>
            <a:pPr algn="l"/>
            <a:r>
              <a:rPr sz="909" b="0">
                <a:solidFill>
                  <a:srgbClr val="333333"/>
                </a:solidFill>
                <a:latin typeface="Calibri"/>
                <a:ea typeface="微软雅黑"/>
              </a:rPr>
              <a:t/>
            </a:r>
          </a:p>
          <a:p>
            <a:pPr algn="l"/>
            <a:r>
              <a:rPr sz="909" b="0">
                <a:solidFill>
                  <a:srgbClr val="333333"/>
                </a:solidFill>
                <a:latin typeface="Calibri"/>
                <a:ea typeface="微软雅黑"/>
              </a:rPr>
              <a:t>• Innovation appeal: Perceived benefits of newer mechanisms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034" y="1525349"/>
            <a:ext cx="2286674" cy="2300173"/>
          </a:xfrm>
          <a:prstGeom prst="rect">
            <a:avLst/>
          </a:prstGeom>
          <a:solidFill>
            <a:srgbClr val="D9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5023" y="1606341"/>
            <a:ext cx="2070696" cy="215978"/>
          </a:xfrm>
          <a:prstGeom prst="rect">
            <a:avLst/>
          </a:prstGeom>
          <a:noFill/>
          <a:ln>
            <a:noFill/>
          </a:ln>
        </p:spPr>
        <p:txBody>
          <a:bodyPr wrap="square" anchor="t" lIns="26997" rIns="26997" tIns="13498" bIns="13498">
            <a:spAutoFit/>
          </a:bodyPr>
          <a:lstStyle/>
          <a:p>
            <a:pPr algn="l"/>
            <a:r>
              <a:rPr sz="1125" b="1">
                <a:solidFill>
                  <a:srgbClr val="004998"/>
                </a:solidFill>
                <a:latin typeface="Calibri"/>
                <a:ea typeface="微软雅黑"/>
              </a:rPr>
              <a:t>Barrier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5023" y="1862816"/>
            <a:ext cx="2070696" cy="1889813"/>
          </a:xfrm>
          <a:prstGeom prst="rect">
            <a:avLst/>
          </a:prstGeom>
          <a:noFill/>
          <a:ln>
            <a:noFill/>
          </a:ln>
        </p:spPr>
        <p:txBody>
          <a:bodyPr wrap="square" anchor="t" lIns="26997" rIns="26997" tIns="13498" bIns="13498">
            <a:spAutoFit/>
          </a:bodyPr>
          <a:lstStyle/>
          <a:p>
            <a:pPr algn="l"/>
            <a:r>
              <a:rPr sz="909" b="0">
                <a:solidFill>
                  <a:srgbClr val="333333"/>
                </a:solidFill>
                <a:latin typeface="Calibri"/>
                <a:ea typeface="微软雅黑"/>
              </a:rPr>
              <a:t>• Satisfaction with current therapy: Stable patients lack motivation to switch</a:t>
            </a:r>
          </a:p>
          <a:p>
            <a:pPr algn="l"/>
            <a:r>
              <a:rPr sz="909" b="0">
                <a:solidFill>
                  <a:srgbClr val="333333"/>
                </a:solidFill>
                <a:latin typeface="Calibri"/>
                <a:ea typeface="微软雅黑"/>
              </a:rPr>
              <a:t/>
            </a:r>
          </a:p>
          <a:p>
            <a:pPr algn="l"/>
            <a:r>
              <a:rPr sz="909" b="0">
                <a:solidFill>
                  <a:srgbClr val="333333"/>
                </a:solidFill>
                <a:latin typeface="Calibri"/>
                <a:ea typeface="微软雅黑"/>
              </a:rPr>
              <a:t>• Limited understanding of brand differentiation: Patients struggle to compare efficacy, durability and safety</a:t>
            </a:r>
          </a:p>
          <a:p>
            <a:pPr algn="l"/>
            <a:r>
              <a:rPr sz="909" b="0">
                <a:solidFill>
                  <a:srgbClr val="333333"/>
                </a:solidFill>
                <a:latin typeface="Calibri"/>
                <a:ea typeface="微软雅黑"/>
              </a:rPr>
              <a:t/>
            </a:r>
          </a:p>
          <a:p>
            <a:pPr algn="l"/>
            <a:r>
              <a:rPr sz="909" b="0">
                <a:solidFill>
                  <a:srgbClr val="333333"/>
                </a:solidFill>
                <a:latin typeface="Calibri"/>
                <a:ea typeface="微软雅黑"/>
              </a:rPr>
              <a:t>• Evidence concerns: Conservative patients require established clinical and real-world experience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145693" y="1260775"/>
            <a:ext cx="0" cy="2562048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10377" y="1301271"/>
            <a:ext cx="3239681" cy="0"/>
          </a:xfrm>
          <a:prstGeom prst="line">
            <a:avLst/>
          </a:prstGeom>
          <a:ln w="127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215886" y="1185183"/>
            <a:ext cx="2213782" cy="229477"/>
          </a:xfrm>
          <a:prstGeom prst="rect">
            <a:avLst/>
          </a:prstGeom>
          <a:solidFill>
            <a:srgbClr val="1E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5886" y="1185183"/>
            <a:ext cx="2213782" cy="229477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ctr"/>
            <a:r>
              <a:rPr sz="909" b="1">
                <a:solidFill>
                  <a:srgbClr val="FFFFFF"/>
                </a:solidFill>
                <a:latin typeface="Calibri"/>
                <a:ea typeface="微软雅黑"/>
              </a:rPr>
              <a:t>Patients' Ideal Anti-VEGF Brand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0377" y="1417360"/>
            <a:ext cx="3431362" cy="310469"/>
          </a:xfrm>
          <a:prstGeom prst="rect">
            <a:avLst/>
          </a:prstGeom>
          <a:noFill/>
          <a:ln>
            <a:noFill/>
          </a:ln>
        </p:spPr>
        <p:txBody>
          <a:bodyPr wrap="square" anchor="t" lIns="26997" rIns="26997" tIns="13498" bIns="13498">
            <a:spAutoFit/>
          </a:bodyPr>
          <a:lstStyle/>
          <a:p>
            <a:pPr algn="l"/>
            <a:r>
              <a:rPr sz="865" b="0">
                <a:solidFill>
                  <a:srgbClr val="404040"/>
                </a:solidFill>
                <a:latin typeface="Calibri"/>
                <a:ea typeface="微软雅黑"/>
              </a:rPr>
              <a:t>• MK-3000 addresses disease control and recurrence management</a:t>
            </a:r>
          </a:p>
          <a:p>
            <a:pPr algn="l"/>
            <a:r>
              <a:rPr sz="865" b="0">
                <a:solidFill>
                  <a:srgbClr val="404040"/>
                </a:solidFill>
                <a:latin typeface="Calibri"/>
                <a:ea typeface="微软雅黑"/>
              </a:rPr>
              <a:t>• MK-8748 targets the “extended dosing intervals”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310377" y="1754827"/>
          <a:ext cx="3239679" cy="2251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1877"/>
                <a:gridCol w="998901"/>
                <a:gridCol w="998901"/>
              </a:tblGrid>
              <a:tr h="194380">
                <a:tc rowSpan="2">
                  <a:txBody>
                    <a:bodyPr wrap="square"/>
                    <a:lstStyle/>
                    <a:p>
                      <a:pPr algn="ctr"/>
                      <a:r>
                        <a:rPr sz="865" b="1">
                          <a:solidFill>
                            <a:srgbClr val="FFFFFF"/>
                          </a:solidFill>
                          <a:latin typeface="Calibri"/>
                        </a:rPr>
                        <a:t>Patient Preferred Product Attribute</a:t>
                      </a:r>
                    </a:p>
                  </a:txBody>
                  <a:tcPr marL="26997" marR="26997" marT="13498" marB="13498" anchor="ctr">
                    <a:solidFill>
                      <a:srgbClr val="004998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865" b="1">
                          <a:solidFill>
                            <a:srgbClr val="FFFFFF"/>
                          </a:solidFill>
                          <a:latin typeface="Calibri"/>
                        </a:rPr>
                        <a:t>MSD Product Compatibility</a:t>
                      </a:r>
                    </a:p>
                  </a:txBody>
                  <a:tcPr marL="26997" marR="26997" marT="13498" marB="13498" anchor="ctr">
                    <a:solidFill>
                      <a:srgbClr val="004998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9438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5" b="1">
                          <a:solidFill>
                            <a:srgbClr val="404040"/>
                          </a:solidFill>
                          <a:latin typeface="Calibri"/>
                        </a:rPr>
                        <a:t>MK-3000</a:t>
                      </a:r>
                    </a:p>
                  </a:txBody>
                  <a:tcPr marL="26997" marR="26997" marT="13498" marB="1349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5" b="1">
                          <a:solidFill>
                            <a:srgbClr val="404040"/>
                          </a:solidFill>
                          <a:latin typeface="Calibri"/>
                        </a:rPr>
                        <a:t>MK-8748</a:t>
                      </a:r>
                    </a:p>
                  </a:txBody>
                  <a:tcPr marL="26997" marR="26997" marT="13498" marB="13498" anchor="ctr">
                    <a:solidFill>
                      <a:srgbClr val="DCE6F1"/>
                    </a:solidFill>
                  </a:tcPr>
                </a:tc>
              </a:tr>
              <a:tr h="620938">
                <a:tc>
                  <a:txBody>
                    <a:bodyPr wrap="square"/>
                    <a:lstStyle/>
                    <a:p>
                      <a:pPr algn="l"/>
                      <a:r>
                        <a:rPr sz="779" b="0">
                          <a:solidFill>
                            <a:srgbClr val="333333"/>
                          </a:solidFill>
                          <a:latin typeface="Calibri"/>
                        </a:rPr>
                        <a:t>Sustained vision improvement and long-term disease control</a:t>
                      </a:r>
                    </a:p>
                  </a:txBody>
                  <a:tcPr marL="148485" marR="26997" marT="13498" marB="1349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92" b="0">
                          <a:solidFill>
                            <a:srgbClr val="333333"/>
                          </a:solidFill>
                          <a:latin typeface="Calibri"/>
                        </a:rPr>
                        <a:t>✔</a:t>
                      </a:r>
                    </a:p>
                    <a:p>
                      <a:pPr algn="ctr"/>
                      <a:r>
                        <a:rPr sz="692" b="0">
                          <a:solidFill>
                            <a:srgbClr val="333333"/>
                          </a:solidFill>
                          <a:latin typeface="Calibri"/>
                        </a:rPr>
                        <a:t>Improvement over Lucentis emphasized</a:t>
                      </a:r>
                    </a:p>
                  </a:txBody>
                  <a:tcPr marL="26997" marR="26997" marT="13498" marB="1349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92" b="0">
                          <a:solidFill>
                            <a:srgbClr val="333333"/>
                          </a:solidFill>
                          <a:latin typeface="Calibri"/>
                        </a:rPr>
                        <a:t>✔✔</a:t>
                      </a:r>
                    </a:p>
                    <a:p>
                      <a:pPr algn="ctr"/>
                      <a:r>
                        <a:rPr sz="692" b="0">
                          <a:solidFill>
                            <a:srgbClr val="333333"/>
                          </a:solidFill>
                          <a:latin typeface="Calibri"/>
                        </a:rPr>
                        <a:t>“Eylea superiority” and potential BCVA advantage</a:t>
                      </a:r>
                    </a:p>
                  </a:txBody>
                  <a:tcPr marL="26997" marR="26997" marT="13498" marB="13498" anchor="ctr">
                    <a:solidFill>
                      <a:srgbClr val="FFFFFF"/>
                    </a:solidFill>
                  </a:tcPr>
                </a:tc>
              </a:tr>
              <a:tr h="620938">
                <a:tc>
                  <a:txBody>
                    <a:bodyPr wrap="square"/>
                    <a:lstStyle/>
                    <a:p>
                      <a:pPr algn="l"/>
                      <a:r>
                        <a:rPr sz="779" b="0">
                          <a:solidFill>
                            <a:srgbClr val="333333"/>
                          </a:solidFill>
                          <a:latin typeface="Calibri"/>
                        </a:rPr>
                        <a:t>Longer injection intervals (typically ≥3-6 months, with some aspiring to 6-12 months)</a:t>
                      </a:r>
                    </a:p>
                  </a:txBody>
                  <a:tcPr marL="148485" marR="26997" marT="13498" marB="13498" anchor="ctr">
                    <a:solidFill>
                      <a:srgbClr val="EA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92" b="0">
                          <a:solidFill>
                            <a:srgbClr val="333333"/>
                          </a:solidFill>
                          <a:latin typeface="Calibri"/>
                        </a:rPr>
                        <a:t>✔</a:t>
                      </a:r>
                    </a:p>
                    <a:p>
                      <a:pPr algn="ctr"/>
                      <a:r>
                        <a:rPr sz="692" b="0">
                          <a:solidFill>
                            <a:srgbClr val="333333"/>
                          </a:solidFill>
                          <a:latin typeface="Calibri"/>
                        </a:rPr>
                        <a:t>Q8-Q12W achieved by Year 2</a:t>
                      </a:r>
                    </a:p>
                  </a:txBody>
                  <a:tcPr marL="26997" marR="26997" marT="13498" marB="13498" anchor="ctr">
                    <a:solidFill>
                      <a:srgbClr val="EA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92" b="0">
                          <a:solidFill>
                            <a:srgbClr val="333333"/>
                          </a:solidFill>
                          <a:latin typeface="Calibri"/>
                        </a:rPr>
                        <a:t>✔✔✔</a:t>
                      </a:r>
                    </a:p>
                    <a:p>
                      <a:pPr algn="ctr"/>
                      <a:r>
                        <a:rPr sz="692" b="0">
                          <a:solidFill>
                            <a:srgbClr val="333333"/>
                          </a:solidFill>
                          <a:latin typeface="Calibri"/>
                        </a:rPr>
                        <a:t>Targeting Q16W or even Q24W</a:t>
                      </a:r>
                    </a:p>
                  </a:txBody>
                  <a:tcPr marL="26997" marR="26997" marT="13498" marB="13498" anchor="ctr">
                    <a:solidFill>
                      <a:srgbClr val="EAF6FB"/>
                    </a:solidFill>
                  </a:tcPr>
                </a:tc>
              </a:tr>
              <a:tr h="620938">
                <a:tc>
                  <a:txBody>
                    <a:bodyPr wrap="square"/>
                    <a:lstStyle/>
                    <a:p>
                      <a:pPr algn="l"/>
                      <a:r>
                        <a:rPr sz="779" b="0">
                          <a:solidFill>
                            <a:srgbClr val="333333"/>
                          </a:solidFill>
                          <a:latin typeface="Calibri"/>
                        </a:rPr>
                        <a:t>Predictable long-term affordability: OOP cost of RMB 3,000-5,000 per injection</a:t>
                      </a:r>
                    </a:p>
                  </a:txBody>
                  <a:tcPr marL="148485" marR="26997" marT="13498" marB="1349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92" b="0">
                          <a:solidFill>
                            <a:srgbClr val="333333"/>
                          </a:solidFill>
                          <a:latin typeface="Calibri"/>
                        </a:rPr>
                        <a:t>✔</a:t>
                      </a:r>
                    </a:p>
                    <a:p>
                      <a:pPr algn="ctr"/>
                      <a:r>
                        <a:rPr sz="692" b="0">
                          <a:solidFill>
                            <a:srgbClr val="333333"/>
                          </a:solidFill>
                          <a:latin typeface="Calibri"/>
                        </a:rPr>
                        <a:t>Patients focus on annual total burden over per-injection price; longer intervals can justify higher per-injection cost</a:t>
                      </a:r>
                    </a:p>
                  </a:txBody>
                  <a:tcPr marL="26997" marR="26997" marT="13498" marB="1349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92" b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26997" marR="26997" marT="13498" marB="1349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Oval 19"/>
          <p:cNvSpPr/>
          <p:nvPr/>
        </p:nvSpPr>
        <p:spPr>
          <a:xfrm>
            <a:off x="5248283" y="2364967"/>
            <a:ext cx="175482" cy="175482"/>
          </a:xfrm>
          <a:prstGeom prst="ellipse">
            <a:avLst/>
          </a:prstGeom>
          <a:solidFill>
            <a:srgbClr val="004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06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5248283" y="2985906"/>
            <a:ext cx="175482" cy="175482"/>
          </a:xfrm>
          <a:prstGeom prst="ellipse">
            <a:avLst/>
          </a:prstGeom>
          <a:solidFill>
            <a:srgbClr val="004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06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Oval 21"/>
          <p:cNvSpPr/>
          <p:nvPr/>
        </p:nvSpPr>
        <p:spPr>
          <a:xfrm>
            <a:off x="5248283" y="3606844"/>
            <a:ext cx="175482" cy="175482"/>
          </a:xfrm>
          <a:prstGeom prst="ellipse">
            <a:avLst/>
          </a:prstGeom>
          <a:solidFill>
            <a:srgbClr val="004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06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Isosceles Triangle 22"/>
          <p:cNvSpPr/>
          <p:nvPr/>
        </p:nvSpPr>
        <p:spPr>
          <a:xfrm flipV="1">
            <a:off x="2521551" y="3957810"/>
            <a:ext cx="3968609" cy="178182"/>
          </a:xfrm>
          <a:prstGeom prst="triangle">
            <a:avLst/>
          </a:prstGeom>
          <a:solidFill>
            <a:srgbClr val="D2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4051" y="4219684"/>
            <a:ext cx="1052896" cy="558844"/>
          </a:xfrm>
          <a:prstGeom prst="rect">
            <a:avLst/>
          </a:prstGeom>
          <a:solidFill>
            <a:srgbClr val="1E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plications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10" y="4273679"/>
            <a:ext cx="224077" cy="22407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94051" y="4468060"/>
            <a:ext cx="1052896" cy="269973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ctr"/>
            <a:r>
              <a:rPr sz="1212" b="1">
                <a:solidFill>
                  <a:srgbClr val="FFFFFF"/>
                </a:solidFill>
                <a:latin typeface="Calibri"/>
                <a:ea typeface="微软雅黑"/>
              </a:rPr>
              <a:t>Implications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14441" y="4216984"/>
            <a:ext cx="6935617" cy="558844"/>
          </a:xfrm>
          <a:prstGeom prst="rect">
            <a:avLst/>
          </a:prstGeom>
          <a:solidFill>
            <a:srgbClr val="F7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00832" y="4216984"/>
            <a:ext cx="6776333" cy="558844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l"/>
            <a:r>
              <a:rPr sz="909" b="0">
                <a:solidFill>
                  <a:srgbClr val="333333"/>
                </a:solidFill>
                <a:latin typeface="Calibri"/>
                <a:ea typeface="微软雅黑"/>
              </a:rPr>
              <a:t>• Prioritize patients with recurrence, insufficient durability, or high treatment burden</a:t>
            </a:r>
          </a:p>
          <a:p>
            <a:pPr algn="l"/>
            <a:r>
              <a:rPr sz="909" b="0">
                <a:solidFill>
                  <a:srgbClr val="333333"/>
                </a:solidFill>
                <a:latin typeface="Calibri"/>
                <a:ea typeface="微软雅黑"/>
              </a:rPr>
              <a:t>• Translate innovation into tangible patient value: Better control, Longer intervals, Fewer visits</a:t>
            </a:r>
          </a:p>
          <a:p>
            <a:pPr algn="l"/>
            <a:r>
              <a:rPr sz="909" b="0">
                <a:solidFill>
                  <a:srgbClr val="333333"/>
                </a:solidFill>
                <a:latin typeface="Calibri"/>
                <a:ea typeface="微软雅黑"/>
              </a:rPr>
              <a:t>• Enable HCPs to lead switching discussions. Convey target patients, initiation timing, and brand differentiation to HCPs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94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8&quot;&gt;&lt;elem m_fUsage=&quot;2.70999999999999996447E+00&quot;&gt;&lt;m_msothmcolidx val=&quot;0&quot;/&gt;&lt;m_rgb r=&quot;9D&quot; g=&quot;E6&quot; b=&quot;F0&quot;/&gt;&lt;/elem&gt;&lt;elem m_fUsage=&quot;1.67705720999999985388E+00&quot;&gt;&lt;m_msothmcolidx val=&quot;0&quot;/&gt;&lt;m_rgb r=&quot;C1&quot; g=&quot;00&quot; b=&quot;00&quot;/&gt;&lt;/elem&gt;&lt;elem m_fUsage=&quot;1.26044100000000014461E+00&quot;&gt;&lt;m_msothmcolidx val=&quot;0&quot;/&gt;&lt;m_rgb r=&quot;49&quot; g=&quot;7E&quot; b=&quot;C2&quot;/&gt;&lt;/elem&gt;&lt;elem m_fUsage=&quot;6.69850025480999811123E-01&quot;&gt;&lt;m_msothmcolidx val=&quot;0&quot;/&gt;&lt;m_rgb r=&quot;E2&quot; g=&quot;EC&quot; b=&quot;F1&quot;/&gt;&lt;/elem&gt;&lt;elem m_fUsage=&quot;4.78296900000000080322E-01&quot;&gt;&lt;m_msothmcolidx val=&quot;0&quot;/&gt;&lt;m_rgb r=&quot;F4&quot; g=&quot;B3&quot; b=&quot;84&quot;/&gt;&lt;/elem&gt;&lt;elem m_fUsage=&quot;3.48678440100000042179E-01&quot;&gt;&lt;m_msothmcolidx val=&quot;0&quot;/&gt;&lt;m_rgb r=&quot;D9&quot; g=&quot;D9&quot; b=&quot;D9&quot;/&gt;&lt;/elem&gt;&lt;elem m_fUsage=&quot;3.13810596090000004654E-01&quot;&gt;&lt;m_msothmcolidx val=&quot;0&quot;/&gt;&lt;m_rgb r=&quot;71&quot; g=&quot;A4&quot; b=&quot;BD&quot;/&gt;&lt;/elem&gt;&lt;elem m_fUsage=&quot;2.54186582832900076490E-01&quot;&gt;&lt;m_msothmcolidx val=&quot;0&quot;/&gt;&lt;m_rgb r=&quot;00&quot; g=&quot;19&quot; b=&quot;3D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4_EN">
  <a:themeElements>
    <a:clrScheme name="IHEALTH">
      <a:dk1>
        <a:srgbClr val="000000"/>
      </a:dk1>
      <a:lt1>
        <a:srgbClr val="FFFFFF"/>
      </a:lt1>
      <a:dk2>
        <a:srgbClr val="DB0032"/>
      </a:dk2>
      <a:lt2>
        <a:srgbClr val="414141"/>
      </a:lt2>
      <a:accent1>
        <a:srgbClr val="004998"/>
      </a:accent1>
      <a:accent2>
        <a:srgbClr val="465059"/>
      </a:accent2>
      <a:accent3>
        <a:srgbClr val="1EB3C8"/>
      </a:accent3>
      <a:accent4>
        <a:srgbClr val="B6D0DD"/>
      </a:accent4>
      <a:accent5>
        <a:srgbClr val="FF5500"/>
      </a:accent5>
      <a:accent6>
        <a:srgbClr val="00C08B"/>
      </a:accent6>
      <a:hlink>
        <a:srgbClr val="797979"/>
      </a:hlink>
      <a:folHlink>
        <a:srgbClr val="C3C3C3"/>
      </a:folHlink>
    </a:clrScheme>
    <a:fontScheme name="8bd448ca-41b9-475c-a0f3-76ec7d1663fd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</a:spPr>
      <a:bodyPr lIns="45720" tIns="45720" rIns="45720" bIns="45720" rtlCol="0" anchor="ctr"/>
      <a:lstStyle>
        <a:defPPr marL="98425" algn="l" defTabSz="914400">
          <a:defRPr sz="700" b="1" dirty="0">
            <a:solidFill>
              <a:srgbClr val="000000"/>
            </a:solidFill>
            <a:cs typeface="+mn-ea"/>
            <a:sym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7_EN">
  <a:themeElements>
    <a:clrScheme name="IHEALTH">
      <a:dk1>
        <a:srgbClr val="000000"/>
      </a:dk1>
      <a:lt1>
        <a:srgbClr val="FFFFFF"/>
      </a:lt1>
      <a:dk2>
        <a:srgbClr val="DB0032"/>
      </a:dk2>
      <a:lt2>
        <a:srgbClr val="414141"/>
      </a:lt2>
      <a:accent1>
        <a:srgbClr val="004998"/>
      </a:accent1>
      <a:accent2>
        <a:srgbClr val="465059"/>
      </a:accent2>
      <a:accent3>
        <a:srgbClr val="1EB3C8"/>
      </a:accent3>
      <a:accent4>
        <a:srgbClr val="B6D0DD"/>
      </a:accent4>
      <a:accent5>
        <a:srgbClr val="FF5500"/>
      </a:accent5>
      <a:accent6>
        <a:srgbClr val="00C08B"/>
      </a:accent6>
      <a:hlink>
        <a:srgbClr val="797979"/>
      </a:hlink>
      <a:folHlink>
        <a:srgbClr val="C3C3C3"/>
      </a:folHlink>
    </a:clrScheme>
    <a:fontScheme name="8bd448ca-41b9-475c-a0f3-76ec7d1663fd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bg1">
            <a:lumMod val="95000"/>
          </a:schemeClr>
        </a:solidFill>
        <a:ln w="6350">
          <a:solidFill>
            <a:schemeClr val="bg1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vert="horz" wrap="none" lIns="432000" tIns="46800" rIns="72000" bIns="46800" numCol="1" rtlCol="0" anchor="ctr" anchorCtr="0" compatLnSpc="1">
        <a:prstTxWarp prst="textNoShape">
          <a:avLst/>
        </a:prstTxWarp>
        <a:noAutofit/>
      </a:bodyPr>
      <a:lstStyle>
        <a:defPPr algn="l" fontAlgn="base">
          <a:spcBef>
            <a:spcPct val="0"/>
          </a:spcBef>
          <a:spcAft>
            <a:spcPct val="0"/>
          </a:spcAft>
          <a:buClr>
            <a:srgbClr val="CC0000"/>
          </a:buClr>
          <a:defRPr sz="1400" dirty="0" smtClean="0">
            <a:solidFill>
              <a:srgbClr val="000000"/>
            </a:solidFill>
            <a:latin typeface="Calibri" pitchFamily="34" charset="0"/>
            <a:ea typeface="华文楷体" pitchFamily="2" charset="-122"/>
            <a:cs typeface="Calibri" pitchFamily="34" charset="0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EN">
  <a:themeElements>
    <a:clrScheme name="IHEALTH">
      <a:dk1>
        <a:srgbClr val="000000"/>
      </a:dk1>
      <a:lt1>
        <a:srgbClr val="FFFFFF"/>
      </a:lt1>
      <a:dk2>
        <a:srgbClr val="DB0032"/>
      </a:dk2>
      <a:lt2>
        <a:srgbClr val="414141"/>
      </a:lt2>
      <a:accent1>
        <a:srgbClr val="004998"/>
      </a:accent1>
      <a:accent2>
        <a:srgbClr val="465059"/>
      </a:accent2>
      <a:accent3>
        <a:srgbClr val="1EB3C8"/>
      </a:accent3>
      <a:accent4>
        <a:srgbClr val="B6D0DD"/>
      </a:accent4>
      <a:accent5>
        <a:srgbClr val="FF5500"/>
      </a:accent5>
      <a:accent6>
        <a:srgbClr val="00C08B"/>
      </a:accent6>
      <a:hlink>
        <a:srgbClr val="797979"/>
      </a:hlink>
      <a:folHlink>
        <a:srgbClr val="C3C3C3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5_EN">
  <a:themeElements>
    <a:clrScheme name="IHEALTH">
      <a:dk1>
        <a:srgbClr val="000000"/>
      </a:dk1>
      <a:lt1>
        <a:srgbClr val="FFFFFF"/>
      </a:lt1>
      <a:dk2>
        <a:srgbClr val="DB0032"/>
      </a:dk2>
      <a:lt2>
        <a:srgbClr val="414141"/>
      </a:lt2>
      <a:accent1>
        <a:srgbClr val="004998"/>
      </a:accent1>
      <a:accent2>
        <a:srgbClr val="465059"/>
      </a:accent2>
      <a:accent3>
        <a:srgbClr val="1EB3C8"/>
      </a:accent3>
      <a:accent4>
        <a:srgbClr val="B6D0DD"/>
      </a:accent4>
      <a:accent5>
        <a:srgbClr val="FF5500"/>
      </a:accent5>
      <a:accent6>
        <a:srgbClr val="00C08B"/>
      </a:accent6>
      <a:hlink>
        <a:srgbClr val="797979"/>
      </a:hlink>
      <a:folHlink>
        <a:srgbClr val="C3C3C3"/>
      </a:folHlink>
    </a:clrScheme>
    <a:fontScheme name="8bd448ca-41b9-475c-a0f3-76ec7d1663fd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</a:spPr>
      <a:bodyPr lIns="45720" tIns="45720" rIns="45720" bIns="45720" rtlCol="0" anchor="ctr"/>
      <a:lstStyle>
        <a:defPPr marL="98425" algn="l" defTabSz="914400">
          <a:defRPr sz="700" b="1" dirty="0">
            <a:solidFill>
              <a:srgbClr val="000000"/>
            </a:solidFill>
            <a:cs typeface="+mn-ea"/>
            <a:sym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EN">
  <a:themeElements>
    <a:clrScheme name="IHEALTH">
      <a:dk1>
        <a:srgbClr val="000000"/>
      </a:dk1>
      <a:lt1>
        <a:srgbClr val="FFFFFF"/>
      </a:lt1>
      <a:dk2>
        <a:srgbClr val="DB0032"/>
      </a:dk2>
      <a:lt2>
        <a:srgbClr val="414141"/>
      </a:lt2>
      <a:accent1>
        <a:srgbClr val="004998"/>
      </a:accent1>
      <a:accent2>
        <a:srgbClr val="465059"/>
      </a:accent2>
      <a:accent3>
        <a:srgbClr val="1EB3C8"/>
      </a:accent3>
      <a:accent4>
        <a:srgbClr val="B6D0DD"/>
      </a:accent4>
      <a:accent5>
        <a:srgbClr val="FF5500"/>
      </a:accent5>
      <a:accent6>
        <a:srgbClr val="00C08B"/>
      </a:accent6>
      <a:hlink>
        <a:srgbClr val="797979"/>
      </a:hlink>
      <a:folHlink>
        <a:srgbClr val="C3C3C3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5989ece0-f90e-40bf-9c79-1a7beccdb861}" enabled="0" method="" siteId="{5989ece0-f90e-40bf-9c79-1a7beccdb8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4691</TotalTime>
  <Words>17364</Words>
  <Application>Microsoft Office PowerPoint</Application>
  <PresentationFormat>全屏显示(16:9)</PresentationFormat>
  <Paragraphs>1933</Paragraphs>
  <Slides>41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9" baseType="lpstr">
      <vt:lpstr>等线</vt:lpstr>
      <vt:lpstr>等线</vt:lpstr>
      <vt:lpstr>Microsoft YaHei</vt:lpstr>
      <vt:lpstr>Microsoft YaHei</vt:lpstr>
      <vt:lpstr>Microsoft YaHei (Body)</vt:lpstr>
      <vt:lpstr>华文细黑</vt:lpstr>
      <vt:lpstr>Arial</vt:lpstr>
      <vt:lpstr>Calibri</vt:lpstr>
      <vt:lpstr>Tahoma</vt:lpstr>
      <vt:lpstr>Times New Roman</vt:lpstr>
      <vt:lpstr>Wingdings</vt:lpstr>
      <vt:lpstr>Wingdings 2</vt:lpstr>
      <vt:lpstr>14_EN</vt:lpstr>
      <vt:lpstr>17_EN</vt:lpstr>
      <vt:lpstr>EN</vt:lpstr>
      <vt:lpstr>15_EN</vt:lpstr>
      <vt:lpstr>2_EN</vt:lpstr>
      <vt:lpstr>think-cell 幻灯片</vt:lpstr>
      <vt:lpstr>PowerPoint 演示文稿</vt:lpstr>
      <vt:lpstr>PowerPoint 演示文稿</vt:lpstr>
      <vt:lpstr>PowerPoint 演示文稿</vt:lpstr>
      <vt:lpstr>项目设计回顾及进度</vt:lpstr>
      <vt:lpstr>PowerPoint 演示文稿</vt:lpstr>
      <vt:lpstr>PowerPoint 演示文稿</vt:lpstr>
      <vt:lpstr>定性关键发现</vt:lpstr>
      <vt:lpstr>1. 小细胞肺癌疾病概况</vt:lpstr>
      <vt:lpstr>PowerPoint 演示文稿</vt:lpstr>
      <vt:lpstr>PowerPoint 演示文稿</vt:lpstr>
      <vt:lpstr>PowerPoint 演示文稿</vt:lpstr>
      <vt:lpstr>2. SCLC 治疗路径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 HS-20093 临床反馈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HS-20093关键机会点总结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附录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iHEALTH</dc:creator>
  <cp:lastModifiedBy>Liao, Frisk</cp:lastModifiedBy>
  <cp:revision>2</cp:revision>
  <cp:lastPrinted>2025-02-24T03:39:49Z</cp:lastPrinted>
  <dcterms:created xsi:type="dcterms:W3CDTF">2021-01-29T04:12:19Z</dcterms:created>
  <dcterms:modified xsi:type="dcterms:W3CDTF">2026-08-10T02:16:23Z</dcterms:modified>
</cp:coreProperties>
</file>